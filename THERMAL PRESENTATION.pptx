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4"/>
  </p:notesMasterIdLst>
  <p:sldIdLst>
    <p:sldId id="256" r:id="rId2"/>
    <p:sldId id="257" r:id="rId3"/>
    <p:sldId id="259" r:id="rId4"/>
    <p:sldId id="260" r:id="rId5"/>
    <p:sldId id="263" r:id="rId6"/>
    <p:sldId id="264" r:id="rId7"/>
    <p:sldId id="265" r:id="rId8"/>
    <p:sldId id="295" r:id="rId9"/>
    <p:sldId id="271" r:id="rId10"/>
    <p:sldId id="293" r:id="rId11"/>
    <p:sldId id="266" r:id="rId12"/>
    <p:sldId id="292" r:id="rId13"/>
  </p:sldIdLst>
  <p:sldSz cx="9144000" cy="5143500" type="screen16x9"/>
  <p:notesSz cx="6858000" cy="9144000"/>
  <p:embeddedFontLst>
    <p:embeddedFont>
      <p:font typeface="Adobe Devanagari" panose="02040503050201020203" charset="0"/>
      <p:regular r:id="rId15"/>
      <p:bold r:id="rId16"/>
      <p:italic r:id="rId17"/>
      <p:boldItalic r:id="rId18"/>
    </p:embeddedFont>
    <p:embeddedFont>
      <p:font typeface="Anaheim" panose="020B0604020202020204" charset="0"/>
      <p:regular r:id="rId19"/>
      <p:bold r:id="rId20"/>
    </p:embeddedFont>
    <p:embeddedFont>
      <p:font typeface="Barlow" panose="020F0502020204030204" pitchFamily="2" charset="0"/>
      <p:regular r:id="rId21"/>
      <p:bold r:id="rId22"/>
      <p:italic r:id="rId23"/>
      <p:boldItalic r:id="rId24"/>
    </p:embeddedFont>
    <p:embeddedFont>
      <p:font typeface="Gabriola" panose="04040605051002020D02" pitchFamily="82" charset="0"/>
      <p:regular r:id="rId25"/>
    </p:embeddedFont>
    <p:embeddedFont>
      <p:font typeface="Lexend" panose="020B0604020202020204"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BD37CE-5B77-48BD-843F-48B731D46B54}">
  <a:tblStyle styleId="{FEBD37CE-5B77-48BD-843F-48B731D46B5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105" autoAdjust="0"/>
  </p:normalViewPr>
  <p:slideViewPr>
    <p:cSldViewPr snapToGrid="0">
      <p:cViewPr varScale="1">
        <p:scale>
          <a:sx n="125" d="100"/>
          <a:sy n="125" d="100"/>
        </p:scale>
        <p:origin x="660"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9"/>
        <p:cNvGrpSpPr/>
        <p:nvPr/>
      </p:nvGrpSpPr>
      <p:grpSpPr>
        <a:xfrm>
          <a:off x="0" y="0"/>
          <a:ext cx="0" cy="0"/>
          <a:chOff x="0" y="0"/>
          <a:chExt cx="0" cy="0"/>
        </a:xfrm>
      </p:grpSpPr>
      <p:sp>
        <p:nvSpPr>
          <p:cNvPr id="10680" name="Google Shape;1068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81" name="Google Shape;1068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1"/>
        <p:cNvGrpSpPr/>
        <p:nvPr/>
      </p:nvGrpSpPr>
      <p:grpSpPr>
        <a:xfrm>
          <a:off x="0" y="0"/>
          <a:ext cx="0" cy="0"/>
          <a:chOff x="0" y="0"/>
          <a:chExt cx="0" cy="0"/>
        </a:xfrm>
      </p:grpSpPr>
      <p:sp>
        <p:nvSpPr>
          <p:cNvPr id="11122" name="Google Shape;11122;gad36770f4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3" name="Google Shape;11123;gad36770f4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3"/>
        <p:cNvGrpSpPr/>
        <p:nvPr/>
      </p:nvGrpSpPr>
      <p:grpSpPr>
        <a:xfrm>
          <a:off x="0" y="0"/>
          <a:ext cx="0" cy="0"/>
          <a:chOff x="0" y="0"/>
          <a:chExt cx="0" cy="0"/>
        </a:xfrm>
      </p:grpSpPr>
      <p:sp>
        <p:nvSpPr>
          <p:cNvPr id="11154" name="Google Shape;11154;g14231f69b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55" name="Google Shape;11155;g14231f69b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1"/>
        <p:cNvGrpSpPr/>
        <p:nvPr/>
      </p:nvGrpSpPr>
      <p:grpSpPr>
        <a:xfrm>
          <a:off x="0" y="0"/>
          <a:ext cx="0" cy="0"/>
          <a:chOff x="0" y="0"/>
          <a:chExt cx="0" cy="0"/>
        </a:xfrm>
      </p:grpSpPr>
      <p:sp>
        <p:nvSpPr>
          <p:cNvPr id="11422" name="Google Shape;11422;g1003d90df7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3" name="Google Shape;11423;g1003d90df7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9"/>
        <p:cNvGrpSpPr/>
        <p:nvPr/>
      </p:nvGrpSpPr>
      <p:grpSpPr>
        <a:xfrm>
          <a:off x="0" y="0"/>
          <a:ext cx="0" cy="0"/>
          <a:chOff x="0" y="0"/>
          <a:chExt cx="0" cy="0"/>
        </a:xfrm>
      </p:grpSpPr>
      <p:sp>
        <p:nvSpPr>
          <p:cNvPr id="12350" name="Google Shape;12350;g1303be3818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1" name="Google Shape;12351;g1303be3818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5"/>
        <p:cNvGrpSpPr/>
        <p:nvPr/>
      </p:nvGrpSpPr>
      <p:grpSpPr>
        <a:xfrm>
          <a:off x="0" y="0"/>
          <a:ext cx="0" cy="0"/>
          <a:chOff x="0" y="0"/>
          <a:chExt cx="0" cy="0"/>
        </a:xfrm>
      </p:grpSpPr>
      <p:sp>
        <p:nvSpPr>
          <p:cNvPr id="12356" name="Google Shape;12356;g1185c551acd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7" name="Google Shape;12357;g1185c551acd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2"/>
        <p:cNvGrpSpPr/>
        <p:nvPr/>
      </p:nvGrpSpPr>
      <p:grpSpPr>
        <a:xfrm>
          <a:off x="0" y="0"/>
          <a:ext cx="0" cy="0"/>
          <a:chOff x="0" y="0"/>
          <a:chExt cx="0" cy="0"/>
        </a:xfrm>
      </p:grpSpPr>
      <p:sp>
        <p:nvSpPr>
          <p:cNvPr id="12373" name="Google Shape;12373;g1303be3818b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4" name="Google Shape;12374;g1303be3818b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6"/>
        <p:cNvGrpSpPr/>
        <p:nvPr/>
      </p:nvGrpSpPr>
      <p:grpSpPr>
        <a:xfrm>
          <a:off x="0" y="0"/>
          <a:ext cx="0" cy="0"/>
          <a:chOff x="0" y="0"/>
          <a:chExt cx="0" cy="0"/>
        </a:xfrm>
      </p:grpSpPr>
      <p:sp>
        <p:nvSpPr>
          <p:cNvPr id="13087" name="Google Shape;13087;g1303be3818b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88" name="Google Shape;13088;g1303be3818b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12"/>
        <p:cNvGrpSpPr/>
        <p:nvPr/>
      </p:nvGrpSpPr>
      <p:grpSpPr>
        <a:xfrm>
          <a:off x="0" y="0"/>
          <a:ext cx="0" cy="0"/>
          <a:chOff x="0" y="0"/>
          <a:chExt cx="0" cy="0"/>
        </a:xfrm>
      </p:grpSpPr>
      <p:sp>
        <p:nvSpPr>
          <p:cNvPr id="12513" name="Google Shape;12513;g1185c551acd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14" name="Google Shape;12514;g1185c551acd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455">
            <a:off x="2307111" y="3411168"/>
            <a:ext cx="4529400" cy="4263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0" name="Google Shape;10;p2"/>
          <p:cNvSpPr txBox="1">
            <a:spLocks noGrp="1"/>
          </p:cNvSpPr>
          <p:nvPr>
            <p:ph type="ctrTitle"/>
          </p:nvPr>
        </p:nvSpPr>
        <p:spPr>
          <a:xfrm>
            <a:off x="1448850" y="1305725"/>
            <a:ext cx="6246300" cy="21051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191919"/>
              </a:buClr>
              <a:buSzPts val="5200"/>
              <a:buNone/>
              <a:defRPr sz="40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95"/>
        <p:cNvGrpSpPr/>
        <p:nvPr/>
      </p:nvGrpSpPr>
      <p:grpSpPr>
        <a:xfrm>
          <a:off x="0" y="0"/>
          <a:ext cx="0" cy="0"/>
          <a:chOff x="0" y="0"/>
          <a:chExt cx="0" cy="0"/>
        </a:xfrm>
      </p:grpSpPr>
      <p:sp>
        <p:nvSpPr>
          <p:cNvPr id="496" name="Google Shape;496;p4"/>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97" name="Google Shape;497;p4"/>
          <p:cNvSpPr txBox="1">
            <a:spLocks noGrp="1"/>
          </p:cNvSpPr>
          <p:nvPr>
            <p:ph type="body" idx="1"/>
          </p:nvPr>
        </p:nvSpPr>
        <p:spPr>
          <a:xfrm>
            <a:off x="720000" y="1174500"/>
            <a:ext cx="7704000" cy="398400"/>
          </a:xfrm>
          <a:prstGeom prst="rect">
            <a:avLst/>
          </a:prstGeom>
        </p:spPr>
        <p:txBody>
          <a:bodyPr spcFirstLastPara="1" wrap="square" lIns="91425" tIns="91425" rIns="91425" bIns="91425" anchor="t" anchorCtr="0">
            <a:noAutofit/>
          </a:bodyPr>
          <a:lstStyle>
            <a:lvl1pPr marL="457200" lvl="0" indent="-317500" algn="ctr" rtl="0">
              <a:lnSpc>
                <a:spcPct val="115000"/>
              </a:lnSpc>
              <a:spcBef>
                <a:spcPts val="0"/>
              </a:spcBef>
              <a:spcAft>
                <a:spcPts val="0"/>
              </a:spcAft>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grpSp>
        <p:nvGrpSpPr>
          <p:cNvPr id="498" name="Google Shape;498;p4"/>
          <p:cNvGrpSpPr/>
          <p:nvPr/>
        </p:nvGrpSpPr>
        <p:grpSpPr>
          <a:xfrm>
            <a:off x="-76211" y="-125149"/>
            <a:ext cx="674387" cy="5393799"/>
            <a:chOff x="-52831" y="-125149"/>
            <a:chExt cx="674387" cy="5393799"/>
          </a:xfrm>
        </p:grpSpPr>
        <p:grpSp>
          <p:nvGrpSpPr>
            <p:cNvPr id="499" name="Google Shape;499;p4"/>
            <p:cNvGrpSpPr/>
            <p:nvPr/>
          </p:nvGrpSpPr>
          <p:grpSpPr>
            <a:xfrm rot="5400000">
              <a:off x="-52831" y="1222455"/>
              <a:ext cx="674374" cy="674287"/>
              <a:chOff x="2491476" y="193182"/>
              <a:chExt cx="693729" cy="693640"/>
            </a:xfrm>
          </p:grpSpPr>
          <p:grpSp>
            <p:nvGrpSpPr>
              <p:cNvPr id="500" name="Google Shape;500;p4"/>
              <p:cNvGrpSpPr/>
              <p:nvPr/>
            </p:nvGrpSpPr>
            <p:grpSpPr>
              <a:xfrm>
                <a:off x="2491476" y="193182"/>
                <a:ext cx="693729" cy="693640"/>
                <a:chOff x="2491476" y="193182"/>
                <a:chExt cx="693729" cy="693640"/>
              </a:xfrm>
            </p:grpSpPr>
            <p:sp>
              <p:nvSpPr>
                <p:cNvPr id="501" name="Google Shape;501;p4"/>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2" name="Google Shape;502;p4"/>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3" name="Google Shape;503;p4"/>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4" name="Google Shape;504;p4"/>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5" name="Google Shape;505;p4"/>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6" name="Google Shape;506;p4"/>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7" name="Google Shape;507;p4"/>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8" name="Google Shape;508;p4"/>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09" name="Google Shape;509;p4"/>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510" name="Google Shape;510;p4"/>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511" name="Google Shape;511;p4"/>
            <p:cNvGrpSpPr/>
            <p:nvPr/>
          </p:nvGrpSpPr>
          <p:grpSpPr>
            <a:xfrm rot="5400000">
              <a:off x="-52831" y="1896774"/>
              <a:ext cx="674374" cy="674374"/>
              <a:chOff x="157640" y="503742"/>
              <a:chExt cx="693729" cy="693729"/>
            </a:xfrm>
          </p:grpSpPr>
          <p:sp>
            <p:nvSpPr>
              <p:cNvPr id="512" name="Google Shape;512;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13" name="Google Shape;513;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14" name="Google Shape;514;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15" name="Google Shape;515;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16" name="Google Shape;516;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17" name="Google Shape;517;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18" name="Google Shape;518;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19" name="Google Shape;519;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20" name="Google Shape;520;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21" name="Google Shape;521;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522" name="Google Shape;522;p4"/>
            <p:cNvGrpSpPr/>
            <p:nvPr/>
          </p:nvGrpSpPr>
          <p:grpSpPr>
            <a:xfrm rot="5400000">
              <a:off x="-52831" y="2569994"/>
              <a:ext cx="674374" cy="674287"/>
              <a:chOff x="2491476" y="193182"/>
              <a:chExt cx="693729" cy="693640"/>
            </a:xfrm>
          </p:grpSpPr>
          <p:grpSp>
            <p:nvGrpSpPr>
              <p:cNvPr id="523" name="Google Shape;523;p4"/>
              <p:cNvGrpSpPr/>
              <p:nvPr/>
            </p:nvGrpSpPr>
            <p:grpSpPr>
              <a:xfrm>
                <a:off x="2491476" y="193182"/>
                <a:ext cx="693729" cy="693640"/>
                <a:chOff x="2491476" y="193182"/>
                <a:chExt cx="693729" cy="693640"/>
              </a:xfrm>
            </p:grpSpPr>
            <p:sp>
              <p:nvSpPr>
                <p:cNvPr id="524" name="Google Shape;524;p4"/>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25" name="Google Shape;525;p4"/>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26" name="Google Shape;526;p4"/>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27" name="Google Shape;527;p4"/>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28" name="Google Shape;528;p4"/>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29" name="Google Shape;529;p4"/>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30" name="Google Shape;530;p4"/>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31" name="Google Shape;531;p4"/>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32" name="Google Shape;532;p4"/>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533" name="Google Shape;533;p4"/>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534" name="Google Shape;534;p4"/>
            <p:cNvGrpSpPr/>
            <p:nvPr/>
          </p:nvGrpSpPr>
          <p:grpSpPr>
            <a:xfrm rot="5400000">
              <a:off x="-52831" y="3245526"/>
              <a:ext cx="674374" cy="674374"/>
              <a:chOff x="157640" y="503742"/>
              <a:chExt cx="693729" cy="693729"/>
            </a:xfrm>
          </p:grpSpPr>
          <p:sp>
            <p:nvSpPr>
              <p:cNvPr id="535" name="Google Shape;535;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36" name="Google Shape;536;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37" name="Google Shape;537;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38" name="Google Shape;538;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39" name="Google Shape;539;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0" name="Google Shape;540;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1" name="Google Shape;541;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2" name="Google Shape;542;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3" name="Google Shape;543;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4" name="Google Shape;544;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545" name="Google Shape;545;p4"/>
            <p:cNvGrpSpPr/>
            <p:nvPr/>
          </p:nvGrpSpPr>
          <p:grpSpPr>
            <a:xfrm rot="5400000">
              <a:off x="-52831" y="548025"/>
              <a:ext cx="674374" cy="674374"/>
              <a:chOff x="157640" y="503742"/>
              <a:chExt cx="693729" cy="693729"/>
            </a:xfrm>
          </p:grpSpPr>
          <p:sp>
            <p:nvSpPr>
              <p:cNvPr id="546" name="Google Shape;546;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7" name="Google Shape;547;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8" name="Google Shape;548;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49" name="Google Shape;549;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0" name="Google Shape;550;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1" name="Google Shape;551;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2" name="Google Shape;552;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3" name="Google Shape;553;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4" name="Google Shape;554;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5" name="Google Shape;555;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556" name="Google Shape;556;p4"/>
            <p:cNvGrpSpPr/>
            <p:nvPr/>
          </p:nvGrpSpPr>
          <p:grpSpPr>
            <a:xfrm rot="5400000">
              <a:off x="-52836" y="-125106"/>
              <a:ext cx="674374" cy="674287"/>
              <a:chOff x="-327325" y="-12"/>
              <a:chExt cx="693729" cy="693640"/>
            </a:xfrm>
          </p:grpSpPr>
          <p:sp>
            <p:nvSpPr>
              <p:cNvPr id="557" name="Google Shape;557;p4"/>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8" name="Google Shape;558;p4"/>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59" name="Google Shape;559;p4"/>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0" name="Google Shape;560;p4"/>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1" name="Google Shape;561;p4"/>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2" name="Google Shape;562;p4"/>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3" name="Google Shape;563;p4"/>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4" name="Google Shape;564;p4"/>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5" name="Google Shape;565;p4"/>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6" name="Google Shape;566;p4"/>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567" name="Google Shape;567;p4"/>
            <p:cNvGrpSpPr/>
            <p:nvPr/>
          </p:nvGrpSpPr>
          <p:grpSpPr>
            <a:xfrm rot="5400000">
              <a:off x="-52819" y="3921099"/>
              <a:ext cx="674374" cy="674374"/>
              <a:chOff x="157640" y="503742"/>
              <a:chExt cx="693729" cy="693729"/>
            </a:xfrm>
          </p:grpSpPr>
          <p:sp>
            <p:nvSpPr>
              <p:cNvPr id="568" name="Google Shape;568;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69" name="Google Shape;569;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0" name="Google Shape;570;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1" name="Google Shape;571;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2" name="Google Shape;572;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3" name="Google Shape;573;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4" name="Google Shape;574;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5" name="Google Shape;575;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6" name="Google Shape;576;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77" name="Google Shape;577;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578" name="Google Shape;578;p4"/>
            <p:cNvGrpSpPr/>
            <p:nvPr/>
          </p:nvGrpSpPr>
          <p:grpSpPr>
            <a:xfrm rot="5400000">
              <a:off x="-52819" y="4594319"/>
              <a:ext cx="674374" cy="674287"/>
              <a:chOff x="2491476" y="193182"/>
              <a:chExt cx="693729" cy="693640"/>
            </a:xfrm>
          </p:grpSpPr>
          <p:grpSp>
            <p:nvGrpSpPr>
              <p:cNvPr id="579" name="Google Shape;579;p4"/>
              <p:cNvGrpSpPr/>
              <p:nvPr/>
            </p:nvGrpSpPr>
            <p:grpSpPr>
              <a:xfrm>
                <a:off x="2491476" y="193182"/>
                <a:ext cx="693729" cy="693640"/>
                <a:chOff x="2491476" y="193182"/>
                <a:chExt cx="693729" cy="693640"/>
              </a:xfrm>
            </p:grpSpPr>
            <p:sp>
              <p:nvSpPr>
                <p:cNvPr id="580" name="Google Shape;580;p4"/>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1" name="Google Shape;581;p4"/>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2" name="Google Shape;582;p4"/>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3" name="Google Shape;583;p4"/>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4" name="Google Shape;584;p4"/>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5" name="Google Shape;585;p4"/>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6" name="Google Shape;586;p4"/>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7" name="Google Shape;587;p4"/>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8" name="Google Shape;588;p4"/>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589" name="Google Shape;589;p4"/>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grpSp>
        <p:nvGrpSpPr>
          <p:cNvPr id="590" name="Google Shape;590;p4"/>
          <p:cNvGrpSpPr/>
          <p:nvPr/>
        </p:nvGrpSpPr>
        <p:grpSpPr>
          <a:xfrm>
            <a:off x="8544087" y="-125149"/>
            <a:ext cx="674387" cy="5393799"/>
            <a:chOff x="-52831" y="-125149"/>
            <a:chExt cx="674387" cy="5393799"/>
          </a:xfrm>
        </p:grpSpPr>
        <p:grpSp>
          <p:nvGrpSpPr>
            <p:cNvPr id="591" name="Google Shape;591;p4"/>
            <p:cNvGrpSpPr/>
            <p:nvPr/>
          </p:nvGrpSpPr>
          <p:grpSpPr>
            <a:xfrm rot="5400000">
              <a:off x="-52831" y="1222455"/>
              <a:ext cx="674374" cy="674287"/>
              <a:chOff x="2491476" y="193182"/>
              <a:chExt cx="693729" cy="693640"/>
            </a:xfrm>
          </p:grpSpPr>
          <p:grpSp>
            <p:nvGrpSpPr>
              <p:cNvPr id="592" name="Google Shape;592;p4"/>
              <p:cNvGrpSpPr/>
              <p:nvPr/>
            </p:nvGrpSpPr>
            <p:grpSpPr>
              <a:xfrm>
                <a:off x="2491476" y="193182"/>
                <a:ext cx="693729" cy="693640"/>
                <a:chOff x="2491476" y="193182"/>
                <a:chExt cx="693729" cy="693640"/>
              </a:xfrm>
            </p:grpSpPr>
            <p:sp>
              <p:nvSpPr>
                <p:cNvPr id="593" name="Google Shape;593;p4"/>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94" name="Google Shape;594;p4"/>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95" name="Google Shape;595;p4"/>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96" name="Google Shape;596;p4"/>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97" name="Google Shape;597;p4"/>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98" name="Google Shape;598;p4"/>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99" name="Google Shape;599;p4"/>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0" name="Google Shape;600;p4"/>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1" name="Google Shape;601;p4"/>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02" name="Google Shape;602;p4"/>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03" name="Google Shape;603;p4"/>
            <p:cNvGrpSpPr/>
            <p:nvPr/>
          </p:nvGrpSpPr>
          <p:grpSpPr>
            <a:xfrm rot="5400000">
              <a:off x="-52831" y="1896774"/>
              <a:ext cx="674374" cy="674374"/>
              <a:chOff x="157640" y="503742"/>
              <a:chExt cx="693729" cy="693729"/>
            </a:xfrm>
          </p:grpSpPr>
          <p:sp>
            <p:nvSpPr>
              <p:cNvPr id="604" name="Google Shape;604;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5" name="Google Shape;605;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6" name="Google Shape;606;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7" name="Google Shape;607;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8" name="Google Shape;608;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09" name="Google Shape;609;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10" name="Google Shape;610;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11" name="Google Shape;611;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12" name="Google Shape;612;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13" name="Google Shape;613;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14" name="Google Shape;614;p4"/>
            <p:cNvGrpSpPr/>
            <p:nvPr/>
          </p:nvGrpSpPr>
          <p:grpSpPr>
            <a:xfrm rot="5400000">
              <a:off x="-52831" y="2569994"/>
              <a:ext cx="674374" cy="674287"/>
              <a:chOff x="2491476" y="193182"/>
              <a:chExt cx="693729" cy="693640"/>
            </a:xfrm>
          </p:grpSpPr>
          <p:grpSp>
            <p:nvGrpSpPr>
              <p:cNvPr id="615" name="Google Shape;615;p4"/>
              <p:cNvGrpSpPr/>
              <p:nvPr/>
            </p:nvGrpSpPr>
            <p:grpSpPr>
              <a:xfrm>
                <a:off x="2491476" y="193182"/>
                <a:ext cx="693729" cy="693640"/>
                <a:chOff x="2491476" y="193182"/>
                <a:chExt cx="693729" cy="693640"/>
              </a:xfrm>
            </p:grpSpPr>
            <p:sp>
              <p:nvSpPr>
                <p:cNvPr id="616" name="Google Shape;616;p4"/>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17" name="Google Shape;617;p4"/>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18" name="Google Shape;618;p4"/>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19" name="Google Shape;619;p4"/>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20" name="Google Shape;620;p4"/>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21" name="Google Shape;621;p4"/>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22" name="Google Shape;622;p4"/>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23" name="Google Shape;623;p4"/>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24" name="Google Shape;624;p4"/>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25" name="Google Shape;625;p4"/>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26" name="Google Shape;626;p4"/>
            <p:cNvGrpSpPr/>
            <p:nvPr/>
          </p:nvGrpSpPr>
          <p:grpSpPr>
            <a:xfrm rot="5400000">
              <a:off x="-52831" y="3245526"/>
              <a:ext cx="674374" cy="674374"/>
              <a:chOff x="157640" y="503742"/>
              <a:chExt cx="693729" cy="693729"/>
            </a:xfrm>
          </p:grpSpPr>
          <p:sp>
            <p:nvSpPr>
              <p:cNvPr id="627" name="Google Shape;627;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28" name="Google Shape;628;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29" name="Google Shape;629;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0" name="Google Shape;630;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1" name="Google Shape;631;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2" name="Google Shape;632;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3" name="Google Shape;633;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4" name="Google Shape;634;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5" name="Google Shape;635;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6" name="Google Shape;636;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37" name="Google Shape;637;p4"/>
            <p:cNvGrpSpPr/>
            <p:nvPr/>
          </p:nvGrpSpPr>
          <p:grpSpPr>
            <a:xfrm rot="5400000">
              <a:off x="-52831" y="548025"/>
              <a:ext cx="674374" cy="674374"/>
              <a:chOff x="157640" y="503742"/>
              <a:chExt cx="693729" cy="693729"/>
            </a:xfrm>
          </p:grpSpPr>
          <p:sp>
            <p:nvSpPr>
              <p:cNvPr id="638" name="Google Shape;638;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39" name="Google Shape;639;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0" name="Google Shape;640;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1" name="Google Shape;641;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2" name="Google Shape;642;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3" name="Google Shape;643;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4" name="Google Shape;644;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5" name="Google Shape;645;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6" name="Google Shape;646;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47" name="Google Shape;647;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48" name="Google Shape;648;p4"/>
            <p:cNvGrpSpPr/>
            <p:nvPr/>
          </p:nvGrpSpPr>
          <p:grpSpPr>
            <a:xfrm rot="5400000">
              <a:off x="-52836" y="-125106"/>
              <a:ext cx="674374" cy="674287"/>
              <a:chOff x="-327325" y="-12"/>
              <a:chExt cx="693729" cy="693640"/>
            </a:xfrm>
          </p:grpSpPr>
          <p:sp>
            <p:nvSpPr>
              <p:cNvPr id="649" name="Google Shape;649;p4"/>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0" name="Google Shape;650;p4"/>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1" name="Google Shape;651;p4"/>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2" name="Google Shape;652;p4"/>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3" name="Google Shape;653;p4"/>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4" name="Google Shape;654;p4"/>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5" name="Google Shape;655;p4"/>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6" name="Google Shape;656;p4"/>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7" name="Google Shape;657;p4"/>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58" name="Google Shape;658;p4"/>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59" name="Google Shape;659;p4"/>
            <p:cNvGrpSpPr/>
            <p:nvPr/>
          </p:nvGrpSpPr>
          <p:grpSpPr>
            <a:xfrm rot="5400000">
              <a:off x="-52819" y="3921099"/>
              <a:ext cx="674374" cy="674374"/>
              <a:chOff x="157640" y="503742"/>
              <a:chExt cx="693729" cy="693729"/>
            </a:xfrm>
          </p:grpSpPr>
          <p:sp>
            <p:nvSpPr>
              <p:cNvPr id="660" name="Google Shape;660;p4"/>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1" name="Google Shape;661;p4"/>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2" name="Google Shape;662;p4"/>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3" name="Google Shape;663;p4"/>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4" name="Google Shape;664;p4"/>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5" name="Google Shape;665;p4"/>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6" name="Google Shape;666;p4"/>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7" name="Google Shape;667;p4"/>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8" name="Google Shape;668;p4"/>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69" name="Google Shape;669;p4"/>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70" name="Google Shape;670;p4"/>
            <p:cNvGrpSpPr/>
            <p:nvPr/>
          </p:nvGrpSpPr>
          <p:grpSpPr>
            <a:xfrm rot="5400000">
              <a:off x="-52819" y="4594319"/>
              <a:ext cx="674374" cy="674287"/>
              <a:chOff x="2491476" y="193182"/>
              <a:chExt cx="693729" cy="693640"/>
            </a:xfrm>
          </p:grpSpPr>
          <p:grpSp>
            <p:nvGrpSpPr>
              <p:cNvPr id="671" name="Google Shape;671;p4"/>
              <p:cNvGrpSpPr/>
              <p:nvPr/>
            </p:nvGrpSpPr>
            <p:grpSpPr>
              <a:xfrm>
                <a:off x="2491476" y="193182"/>
                <a:ext cx="693729" cy="693640"/>
                <a:chOff x="2491476" y="193182"/>
                <a:chExt cx="693729" cy="693640"/>
              </a:xfrm>
            </p:grpSpPr>
            <p:sp>
              <p:nvSpPr>
                <p:cNvPr id="672" name="Google Shape;672;p4"/>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3" name="Google Shape;673;p4"/>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4" name="Google Shape;674;p4"/>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5" name="Google Shape;675;p4"/>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6" name="Google Shape;676;p4"/>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7" name="Google Shape;677;p4"/>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8" name="Google Shape;678;p4"/>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79" name="Google Shape;679;p4"/>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0" name="Google Shape;680;p4"/>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81" name="Google Shape;681;p4"/>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82"/>
        <p:cNvGrpSpPr/>
        <p:nvPr/>
      </p:nvGrpSpPr>
      <p:grpSpPr>
        <a:xfrm>
          <a:off x="0" y="0"/>
          <a:ext cx="0" cy="0"/>
          <a:chOff x="0" y="0"/>
          <a:chExt cx="0" cy="0"/>
        </a:xfrm>
      </p:grpSpPr>
      <p:grpSp>
        <p:nvGrpSpPr>
          <p:cNvPr id="683" name="Google Shape;683;p5"/>
          <p:cNvGrpSpPr/>
          <p:nvPr/>
        </p:nvGrpSpPr>
        <p:grpSpPr>
          <a:xfrm>
            <a:off x="-81812" y="-401068"/>
            <a:ext cx="9367656" cy="5699806"/>
            <a:chOff x="-81812" y="-401068"/>
            <a:chExt cx="9367656" cy="5699806"/>
          </a:xfrm>
        </p:grpSpPr>
        <p:sp>
          <p:nvSpPr>
            <p:cNvPr id="684" name="Google Shape;684;p5"/>
            <p:cNvSpPr/>
            <p:nvPr/>
          </p:nvSpPr>
          <p:spPr>
            <a:xfrm>
              <a:off x="876214" y="4621510"/>
              <a:ext cx="677203" cy="67720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5"/>
            <p:cNvSpPr/>
            <p:nvPr/>
          </p:nvSpPr>
          <p:spPr>
            <a:xfrm>
              <a:off x="909962" y="4655285"/>
              <a:ext cx="609714" cy="609603"/>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
            <p:cNvSpPr/>
            <p:nvPr/>
          </p:nvSpPr>
          <p:spPr>
            <a:xfrm>
              <a:off x="943765" y="4689116"/>
              <a:ext cx="542114" cy="541974"/>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
            <p:cNvSpPr/>
            <p:nvPr/>
          </p:nvSpPr>
          <p:spPr>
            <a:xfrm>
              <a:off x="977512" y="4722946"/>
              <a:ext cx="474625" cy="474346"/>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
            <p:cNvSpPr/>
            <p:nvPr/>
          </p:nvSpPr>
          <p:spPr>
            <a:xfrm>
              <a:off x="1011259" y="4756722"/>
              <a:ext cx="407136" cy="406718"/>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
            <p:cNvSpPr/>
            <p:nvPr/>
          </p:nvSpPr>
          <p:spPr>
            <a:xfrm>
              <a:off x="1045062" y="4790552"/>
              <a:ext cx="339535" cy="339089"/>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
            <p:cNvSpPr/>
            <p:nvPr/>
          </p:nvSpPr>
          <p:spPr>
            <a:xfrm>
              <a:off x="1078809" y="4824411"/>
              <a:ext cx="272046" cy="271433"/>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
            <p:cNvSpPr/>
            <p:nvPr/>
          </p:nvSpPr>
          <p:spPr>
            <a:xfrm>
              <a:off x="1112556" y="4858242"/>
              <a:ext cx="204501" cy="20377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
            <p:cNvSpPr/>
            <p:nvPr/>
          </p:nvSpPr>
          <p:spPr>
            <a:xfrm>
              <a:off x="1146359" y="4892017"/>
              <a:ext cx="136956" cy="136204"/>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
            <p:cNvSpPr/>
            <p:nvPr/>
          </p:nvSpPr>
          <p:spPr>
            <a:xfrm>
              <a:off x="1180107" y="4925848"/>
              <a:ext cx="69467" cy="68576"/>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
            <p:cNvSpPr/>
            <p:nvPr/>
          </p:nvSpPr>
          <p:spPr>
            <a:xfrm>
              <a:off x="395114" y="4141943"/>
              <a:ext cx="677203" cy="677231"/>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
            <p:cNvSpPr/>
            <p:nvPr/>
          </p:nvSpPr>
          <p:spPr>
            <a:xfrm>
              <a:off x="428889" y="4175802"/>
              <a:ext cx="609686" cy="609547"/>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
            <p:cNvSpPr/>
            <p:nvPr/>
          </p:nvSpPr>
          <p:spPr>
            <a:xfrm>
              <a:off x="462637" y="4209605"/>
              <a:ext cx="542141" cy="541919"/>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5"/>
            <p:cNvSpPr/>
            <p:nvPr/>
          </p:nvSpPr>
          <p:spPr>
            <a:xfrm>
              <a:off x="496412" y="4243408"/>
              <a:ext cx="474625" cy="474346"/>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
            <p:cNvSpPr/>
            <p:nvPr/>
          </p:nvSpPr>
          <p:spPr>
            <a:xfrm>
              <a:off x="530159" y="4277238"/>
              <a:ext cx="407136" cy="406690"/>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5"/>
            <p:cNvSpPr/>
            <p:nvPr/>
          </p:nvSpPr>
          <p:spPr>
            <a:xfrm>
              <a:off x="563934" y="4311041"/>
              <a:ext cx="339535" cy="339061"/>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5"/>
            <p:cNvSpPr/>
            <p:nvPr/>
          </p:nvSpPr>
          <p:spPr>
            <a:xfrm>
              <a:off x="597709" y="4344872"/>
              <a:ext cx="272018" cy="271461"/>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5"/>
            <p:cNvSpPr/>
            <p:nvPr/>
          </p:nvSpPr>
          <p:spPr>
            <a:xfrm>
              <a:off x="631484" y="4378675"/>
              <a:ext cx="204473" cy="203832"/>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5"/>
            <p:cNvSpPr/>
            <p:nvPr/>
          </p:nvSpPr>
          <p:spPr>
            <a:xfrm>
              <a:off x="665259" y="4412478"/>
              <a:ext cx="136929" cy="136204"/>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5"/>
            <p:cNvSpPr/>
            <p:nvPr/>
          </p:nvSpPr>
          <p:spPr>
            <a:xfrm>
              <a:off x="699007" y="4446309"/>
              <a:ext cx="69440" cy="68604"/>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4" name="Google Shape;704;p5"/>
            <p:cNvGrpSpPr/>
            <p:nvPr/>
          </p:nvGrpSpPr>
          <p:grpSpPr>
            <a:xfrm>
              <a:off x="-81750" y="3662432"/>
              <a:ext cx="677203" cy="677231"/>
              <a:chOff x="-81750" y="3662432"/>
              <a:chExt cx="677203" cy="677231"/>
            </a:xfrm>
          </p:grpSpPr>
          <p:sp>
            <p:nvSpPr>
              <p:cNvPr id="705" name="Google Shape;705;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5" name="Google Shape;715;p5"/>
            <p:cNvSpPr/>
            <p:nvPr/>
          </p:nvSpPr>
          <p:spPr>
            <a:xfrm>
              <a:off x="-81750"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5"/>
            <p:cNvSpPr/>
            <p:nvPr/>
          </p:nvSpPr>
          <p:spPr>
            <a:xfrm>
              <a:off x="-48003"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5"/>
            <p:cNvSpPr/>
            <p:nvPr/>
          </p:nvSpPr>
          <p:spPr>
            <a:xfrm>
              <a:off x="-14200"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5"/>
            <p:cNvSpPr/>
            <p:nvPr/>
          </p:nvSpPr>
          <p:spPr>
            <a:xfrm>
              <a:off x="1954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5"/>
            <p:cNvSpPr/>
            <p:nvPr/>
          </p:nvSpPr>
          <p:spPr>
            <a:xfrm>
              <a:off x="53323"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5"/>
            <p:cNvSpPr/>
            <p:nvPr/>
          </p:nvSpPr>
          <p:spPr>
            <a:xfrm>
              <a:off x="87098"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
            <p:cNvSpPr/>
            <p:nvPr/>
          </p:nvSpPr>
          <p:spPr>
            <a:xfrm>
              <a:off x="120845"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
            <p:cNvSpPr/>
            <p:nvPr/>
          </p:nvSpPr>
          <p:spPr>
            <a:xfrm>
              <a:off x="154620"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
            <p:cNvSpPr/>
            <p:nvPr/>
          </p:nvSpPr>
          <p:spPr>
            <a:xfrm>
              <a:off x="188395"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5"/>
            <p:cNvSpPr/>
            <p:nvPr/>
          </p:nvSpPr>
          <p:spPr>
            <a:xfrm>
              <a:off x="222142"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5" name="Google Shape;725;p5"/>
            <p:cNvGrpSpPr/>
            <p:nvPr/>
          </p:nvGrpSpPr>
          <p:grpSpPr>
            <a:xfrm>
              <a:off x="1553431" y="4621535"/>
              <a:ext cx="677175" cy="677203"/>
              <a:chOff x="1835381" y="4621510"/>
              <a:chExt cx="677175" cy="677203"/>
            </a:xfrm>
          </p:grpSpPr>
          <p:sp>
            <p:nvSpPr>
              <p:cNvPr id="726" name="Google Shape;726;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5"/>
            <p:cNvGrpSpPr/>
            <p:nvPr/>
          </p:nvGrpSpPr>
          <p:grpSpPr>
            <a:xfrm>
              <a:off x="7650676" y="3662453"/>
              <a:ext cx="1635167" cy="1636281"/>
              <a:chOff x="7590576" y="3658478"/>
              <a:chExt cx="1635167" cy="1636281"/>
            </a:xfrm>
          </p:grpSpPr>
          <p:sp>
            <p:nvSpPr>
              <p:cNvPr id="737" name="Google Shape;737;p5"/>
              <p:cNvSpPr/>
              <p:nvPr/>
            </p:nvSpPr>
            <p:spPr>
              <a:xfrm>
                <a:off x="8548540" y="3658478"/>
                <a:ext cx="677203" cy="677231"/>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5"/>
              <p:cNvSpPr/>
              <p:nvPr/>
            </p:nvSpPr>
            <p:spPr>
              <a:xfrm>
                <a:off x="8582288" y="3692309"/>
                <a:ext cx="609714" cy="609575"/>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
              <p:cNvSpPr/>
              <p:nvPr/>
            </p:nvSpPr>
            <p:spPr>
              <a:xfrm>
                <a:off x="8616091" y="3726140"/>
                <a:ext cx="542114" cy="541946"/>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
              <p:cNvSpPr/>
              <p:nvPr/>
            </p:nvSpPr>
            <p:spPr>
              <a:xfrm>
                <a:off x="8649838" y="3759915"/>
                <a:ext cx="474625" cy="474346"/>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
              <p:cNvSpPr/>
              <p:nvPr/>
            </p:nvSpPr>
            <p:spPr>
              <a:xfrm>
                <a:off x="8683585" y="3793746"/>
                <a:ext cx="407136" cy="406690"/>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5"/>
              <p:cNvSpPr/>
              <p:nvPr/>
            </p:nvSpPr>
            <p:spPr>
              <a:xfrm>
                <a:off x="8717388" y="3827576"/>
                <a:ext cx="339535" cy="339061"/>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
              <p:cNvSpPr/>
              <p:nvPr/>
            </p:nvSpPr>
            <p:spPr>
              <a:xfrm>
                <a:off x="8751135" y="3861351"/>
                <a:ext cx="272046" cy="271461"/>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
              <p:cNvSpPr/>
              <p:nvPr/>
            </p:nvSpPr>
            <p:spPr>
              <a:xfrm>
                <a:off x="8784882" y="3895210"/>
                <a:ext cx="204557" cy="20380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
              <p:cNvSpPr/>
              <p:nvPr/>
            </p:nvSpPr>
            <p:spPr>
              <a:xfrm>
                <a:off x="8818685" y="3929041"/>
                <a:ext cx="136956" cy="136176"/>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
              <p:cNvSpPr/>
              <p:nvPr/>
            </p:nvSpPr>
            <p:spPr>
              <a:xfrm>
                <a:off x="8852433" y="3962844"/>
                <a:ext cx="69467" cy="68548"/>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
              <p:cNvSpPr/>
              <p:nvPr/>
            </p:nvSpPr>
            <p:spPr>
              <a:xfrm>
                <a:off x="8548540" y="4617556"/>
                <a:ext cx="677203" cy="67720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
              <p:cNvSpPr/>
              <p:nvPr/>
            </p:nvSpPr>
            <p:spPr>
              <a:xfrm>
                <a:off x="8582288" y="4651331"/>
                <a:ext cx="609714" cy="609603"/>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
              <p:cNvSpPr/>
              <p:nvPr/>
            </p:nvSpPr>
            <p:spPr>
              <a:xfrm>
                <a:off x="8616091" y="4685162"/>
                <a:ext cx="542114" cy="541974"/>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
              <p:cNvSpPr/>
              <p:nvPr/>
            </p:nvSpPr>
            <p:spPr>
              <a:xfrm>
                <a:off x="8649838" y="4718993"/>
                <a:ext cx="474625" cy="474346"/>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
              <p:cNvSpPr/>
              <p:nvPr/>
            </p:nvSpPr>
            <p:spPr>
              <a:xfrm>
                <a:off x="8683585" y="4752768"/>
                <a:ext cx="407136" cy="406718"/>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
              <p:cNvSpPr/>
              <p:nvPr/>
            </p:nvSpPr>
            <p:spPr>
              <a:xfrm>
                <a:off x="8717388" y="4786599"/>
                <a:ext cx="339535" cy="339089"/>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
              <p:cNvSpPr/>
              <p:nvPr/>
            </p:nvSpPr>
            <p:spPr>
              <a:xfrm>
                <a:off x="8751135" y="4820457"/>
                <a:ext cx="272046" cy="271433"/>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5"/>
              <p:cNvSpPr/>
              <p:nvPr/>
            </p:nvSpPr>
            <p:spPr>
              <a:xfrm>
                <a:off x="8784882" y="4854288"/>
                <a:ext cx="204501" cy="20377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
              <p:cNvSpPr/>
              <p:nvPr/>
            </p:nvSpPr>
            <p:spPr>
              <a:xfrm>
                <a:off x="8818685" y="4888063"/>
                <a:ext cx="136956" cy="136204"/>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
              <p:cNvSpPr/>
              <p:nvPr/>
            </p:nvSpPr>
            <p:spPr>
              <a:xfrm>
                <a:off x="8852433" y="4921894"/>
                <a:ext cx="69467" cy="68576"/>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
              <p:cNvSpPr/>
              <p:nvPr/>
            </p:nvSpPr>
            <p:spPr>
              <a:xfrm>
                <a:off x="8067440" y="4137989"/>
                <a:ext cx="677203" cy="677231"/>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
              <p:cNvSpPr/>
              <p:nvPr/>
            </p:nvSpPr>
            <p:spPr>
              <a:xfrm>
                <a:off x="8101215" y="4171848"/>
                <a:ext cx="609686" cy="609547"/>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
              <p:cNvSpPr/>
              <p:nvPr/>
            </p:nvSpPr>
            <p:spPr>
              <a:xfrm>
                <a:off x="8134963" y="4205651"/>
                <a:ext cx="542141" cy="541919"/>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
              <p:cNvSpPr/>
              <p:nvPr/>
            </p:nvSpPr>
            <p:spPr>
              <a:xfrm>
                <a:off x="8168738" y="4239454"/>
                <a:ext cx="474625" cy="474346"/>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
              <p:cNvSpPr/>
              <p:nvPr/>
            </p:nvSpPr>
            <p:spPr>
              <a:xfrm>
                <a:off x="8202485" y="4273284"/>
                <a:ext cx="407136" cy="406690"/>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
              <p:cNvSpPr/>
              <p:nvPr/>
            </p:nvSpPr>
            <p:spPr>
              <a:xfrm>
                <a:off x="8236260" y="4307087"/>
                <a:ext cx="339535" cy="339061"/>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
              <p:cNvSpPr/>
              <p:nvPr/>
            </p:nvSpPr>
            <p:spPr>
              <a:xfrm>
                <a:off x="8270035" y="4340918"/>
                <a:ext cx="272018" cy="271461"/>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
              <p:cNvSpPr/>
              <p:nvPr/>
            </p:nvSpPr>
            <p:spPr>
              <a:xfrm>
                <a:off x="8303810" y="4374721"/>
                <a:ext cx="204473" cy="203832"/>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
              <p:cNvSpPr/>
              <p:nvPr/>
            </p:nvSpPr>
            <p:spPr>
              <a:xfrm>
                <a:off x="8337585" y="4408524"/>
                <a:ext cx="136929" cy="136204"/>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
              <p:cNvSpPr/>
              <p:nvPr/>
            </p:nvSpPr>
            <p:spPr>
              <a:xfrm>
                <a:off x="8371333" y="4442355"/>
                <a:ext cx="69440" cy="68604"/>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
              <p:cNvSpPr/>
              <p:nvPr/>
            </p:nvSpPr>
            <p:spPr>
              <a:xfrm>
                <a:off x="7590576" y="4617556"/>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
              <p:cNvSpPr/>
              <p:nvPr/>
            </p:nvSpPr>
            <p:spPr>
              <a:xfrm>
                <a:off x="7624323" y="4651331"/>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
              <p:cNvSpPr/>
              <p:nvPr/>
            </p:nvSpPr>
            <p:spPr>
              <a:xfrm>
                <a:off x="7658126" y="4685162"/>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
              <p:cNvSpPr/>
              <p:nvPr/>
            </p:nvSpPr>
            <p:spPr>
              <a:xfrm>
                <a:off x="7691873" y="4718993"/>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
              <p:cNvSpPr/>
              <p:nvPr/>
            </p:nvSpPr>
            <p:spPr>
              <a:xfrm>
                <a:off x="7725649" y="4752768"/>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
              <p:cNvSpPr/>
              <p:nvPr/>
            </p:nvSpPr>
            <p:spPr>
              <a:xfrm>
                <a:off x="7759424" y="4786599"/>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5"/>
              <p:cNvSpPr/>
              <p:nvPr/>
            </p:nvSpPr>
            <p:spPr>
              <a:xfrm>
                <a:off x="7793171" y="4820457"/>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
              <p:cNvSpPr/>
              <p:nvPr/>
            </p:nvSpPr>
            <p:spPr>
              <a:xfrm>
                <a:off x="7826946" y="4854288"/>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
              <p:cNvSpPr/>
              <p:nvPr/>
            </p:nvSpPr>
            <p:spPr>
              <a:xfrm>
                <a:off x="7860721" y="4888063"/>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
              <p:cNvSpPr/>
              <p:nvPr/>
            </p:nvSpPr>
            <p:spPr>
              <a:xfrm>
                <a:off x="7894468" y="4921894"/>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5"/>
            <p:cNvGrpSpPr/>
            <p:nvPr/>
          </p:nvGrpSpPr>
          <p:grpSpPr>
            <a:xfrm>
              <a:off x="2230606" y="4621535"/>
              <a:ext cx="677175" cy="677203"/>
              <a:chOff x="1835381" y="4621510"/>
              <a:chExt cx="677175" cy="677203"/>
            </a:xfrm>
          </p:grpSpPr>
          <p:sp>
            <p:nvSpPr>
              <p:cNvPr id="778" name="Google Shape;778;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 name="Google Shape;788;p5"/>
            <p:cNvGrpSpPr/>
            <p:nvPr/>
          </p:nvGrpSpPr>
          <p:grpSpPr>
            <a:xfrm>
              <a:off x="2907781" y="4621535"/>
              <a:ext cx="677175" cy="677203"/>
              <a:chOff x="1835381" y="4621510"/>
              <a:chExt cx="677175" cy="677203"/>
            </a:xfrm>
          </p:grpSpPr>
          <p:sp>
            <p:nvSpPr>
              <p:cNvPr id="789" name="Google Shape;789;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 name="Google Shape;799;p5"/>
            <p:cNvGrpSpPr/>
            <p:nvPr/>
          </p:nvGrpSpPr>
          <p:grpSpPr>
            <a:xfrm>
              <a:off x="3584956" y="4621535"/>
              <a:ext cx="677175" cy="677203"/>
              <a:chOff x="1835381" y="4621510"/>
              <a:chExt cx="677175" cy="677203"/>
            </a:xfrm>
          </p:grpSpPr>
          <p:sp>
            <p:nvSpPr>
              <p:cNvPr id="800" name="Google Shape;800;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 name="Google Shape;810;p5"/>
            <p:cNvGrpSpPr/>
            <p:nvPr/>
          </p:nvGrpSpPr>
          <p:grpSpPr>
            <a:xfrm>
              <a:off x="4264812" y="4621535"/>
              <a:ext cx="677175" cy="677203"/>
              <a:chOff x="1835381" y="4621510"/>
              <a:chExt cx="677175" cy="677203"/>
            </a:xfrm>
          </p:grpSpPr>
          <p:sp>
            <p:nvSpPr>
              <p:cNvPr id="811" name="Google Shape;811;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5"/>
            <p:cNvGrpSpPr/>
            <p:nvPr/>
          </p:nvGrpSpPr>
          <p:grpSpPr>
            <a:xfrm>
              <a:off x="4941987" y="4621535"/>
              <a:ext cx="677175" cy="677203"/>
              <a:chOff x="1835381" y="4621510"/>
              <a:chExt cx="677175" cy="677203"/>
            </a:xfrm>
          </p:grpSpPr>
          <p:sp>
            <p:nvSpPr>
              <p:cNvPr id="822" name="Google Shape;822;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2" name="Google Shape;832;p5"/>
            <p:cNvGrpSpPr/>
            <p:nvPr/>
          </p:nvGrpSpPr>
          <p:grpSpPr>
            <a:xfrm>
              <a:off x="5619162" y="4621535"/>
              <a:ext cx="677175" cy="677203"/>
              <a:chOff x="1835381" y="4621510"/>
              <a:chExt cx="677175" cy="677203"/>
            </a:xfrm>
          </p:grpSpPr>
          <p:sp>
            <p:nvSpPr>
              <p:cNvPr id="833" name="Google Shape;833;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 name="Google Shape;843;p5"/>
            <p:cNvGrpSpPr/>
            <p:nvPr/>
          </p:nvGrpSpPr>
          <p:grpSpPr>
            <a:xfrm>
              <a:off x="6296337" y="4621535"/>
              <a:ext cx="677175" cy="677203"/>
              <a:chOff x="1835381" y="4621510"/>
              <a:chExt cx="677175" cy="677203"/>
            </a:xfrm>
          </p:grpSpPr>
          <p:sp>
            <p:nvSpPr>
              <p:cNvPr id="844" name="Google Shape;844;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 name="Google Shape;854;p5"/>
            <p:cNvGrpSpPr/>
            <p:nvPr/>
          </p:nvGrpSpPr>
          <p:grpSpPr>
            <a:xfrm>
              <a:off x="6973512" y="4621535"/>
              <a:ext cx="677175" cy="677203"/>
              <a:chOff x="1835381" y="4621510"/>
              <a:chExt cx="677175" cy="677203"/>
            </a:xfrm>
          </p:grpSpPr>
          <p:sp>
            <p:nvSpPr>
              <p:cNvPr id="855" name="Google Shape;855;p5"/>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5"/>
            <p:cNvGrpSpPr/>
            <p:nvPr/>
          </p:nvGrpSpPr>
          <p:grpSpPr>
            <a:xfrm>
              <a:off x="-81737" y="2985182"/>
              <a:ext cx="677203" cy="677231"/>
              <a:chOff x="-81750" y="3662432"/>
              <a:chExt cx="677203" cy="677231"/>
            </a:xfrm>
          </p:grpSpPr>
          <p:sp>
            <p:nvSpPr>
              <p:cNvPr id="866" name="Google Shape;866;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 name="Google Shape;876;p5"/>
            <p:cNvGrpSpPr/>
            <p:nvPr/>
          </p:nvGrpSpPr>
          <p:grpSpPr>
            <a:xfrm>
              <a:off x="-81787" y="2307932"/>
              <a:ext cx="677203" cy="677231"/>
              <a:chOff x="-81750" y="3662432"/>
              <a:chExt cx="677203" cy="677231"/>
            </a:xfrm>
          </p:grpSpPr>
          <p:sp>
            <p:nvSpPr>
              <p:cNvPr id="877" name="Google Shape;877;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5"/>
            <p:cNvGrpSpPr/>
            <p:nvPr/>
          </p:nvGrpSpPr>
          <p:grpSpPr>
            <a:xfrm>
              <a:off x="-81775" y="1630682"/>
              <a:ext cx="677203" cy="677231"/>
              <a:chOff x="-81750" y="3662432"/>
              <a:chExt cx="677203" cy="677231"/>
            </a:xfrm>
          </p:grpSpPr>
          <p:sp>
            <p:nvSpPr>
              <p:cNvPr id="888" name="Google Shape;888;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 name="Google Shape;898;p5"/>
            <p:cNvGrpSpPr/>
            <p:nvPr/>
          </p:nvGrpSpPr>
          <p:grpSpPr>
            <a:xfrm>
              <a:off x="-81775" y="953432"/>
              <a:ext cx="677203" cy="677231"/>
              <a:chOff x="-81750" y="3662432"/>
              <a:chExt cx="677203" cy="677231"/>
            </a:xfrm>
          </p:grpSpPr>
          <p:sp>
            <p:nvSpPr>
              <p:cNvPr id="899" name="Google Shape;899;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 name="Google Shape;909;p5"/>
            <p:cNvGrpSpPr/>
            <p:nvPr/>
          </p:nvGrpSpPr>
          <p:grpSpPr>
            <a:xfrm>
              <a:off x="-81762" y="276182"/>
              <a:ext cx="677203" cy="677231"/>
              <a:chOff x="-81750" y="3662432"/>
              <a:chExt cx="677203" cy="677231"/>
            </a:xfrm>
          </p:grpSpPr>
          <p:sp>
            <p:nvSpPr>
              <p:cNvPr id="910" name="Google Shape;910;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5"/>
            <p:cNvGrpSpPr/>
            <p:nvPr/>
          </p:nvGrpSpPr>
          <p:grpSpPr>
            <a:xfrm>
              <a:off x="-81812" y="-401068"/>
              <a:ext cx="677203" cy="677231"/>
              <a:chOff x="-81750" y="3662432"/>
              <a:chExt cx="677203" cy="677231"/>
            </a:xfrm>
          </p:grpSpPr>
          <p:sp>
            <p:nvSpPr>
              <p:cNvPr id="921" name="Google Shape;921;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5"/>
            <p:cNvGrpSpPr/>
            <p:nvPr/>
          </p:nvGrpSpPr>
          <p:grpSpPr>
            <a:xfrm>
              <a:off x="8608625" y="2985182"/>
              <a:ext cx="677203" cy="677231"/>
              <a:chOff x="-81750" y="3662432"/>
              <a:chExt cx="677203" cy="677231"/>
            </a:xfrm>
          </p:grpSpPr>
          <p:sp>
            <p:nvSpPr>
              <p:cNvPr id="932" name="Google Shape;932;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 name="Google Shape;942;p5"/>
            <p:cNvGrpSpPr/>
            <p:nvPr/>
          </p:nvGrpSpPr>
          <p:grpSpPr>
            <a:xfrm>
              <a:off x="8608638" y="2307932"/>
              <a:ext cx="677203" cy="677231"/>
              <a:chOff x="-81750" y="3662432"/>
              <a:chExt cx="677203" cy="677231"/>
            </a:xfrm>
          </p:grpSpPr>
          <p:sp>
            <p:nvSpPr>
              <p:cNvPr id="943" name="Google Shape;943;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 name="Google Shape;953;p5"/>
            <p:cNvGrpSpPr/>
            <p:nvPr/>
          </p:nvGrpSpPr>
          <p:grpSpPr>
            <a:xfrm>
              <a:off x="8608588" y="1630682"/>
              <a:ext cx="677203" cy="677231"/>
              <a:chOff x="-81750" y="3662432"/>
              <a:chExt cx="677203" cy="677231"/>
            </a:xfrm>
          </p:grpSpPr>
          <p:sp>
            <p:nvSpPr>
              <p:cNvPr id="954" name="Google Shape;954;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 name="Google Shape;964;p5"/>
            <p:cNvGrpSpPr/>
            <p:nvPr/>
          </p:nvGrpSpPr>
          <p:grpSpPr>
            <a:xfrm>
              <a:off x="8608600" y="953432"/>
              <a:ext cx="677203" cy="677231"/>
              <a:chOff x="-81750" y="3662432"/>
              <a:chExt cx="677203" cy="677231"/>
            </a:xfrm>
          </p:grpSpPr>
          <p:sp>
            <p:nvSpPr>
              <p:cNvPr id="965" name="Google Shape;965;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 name="Google Shape;975;p5"/>
            <p:cNvGrpSpPr/>
            <p:nvPr/>
          </p:nvGrpSpPr>
          <p:grpSpPr>
            <a:xfrm>
              <a:off x="8608600" y="276182"/>
              <a:ext cx="677203" cy="677231"/>
              <a:chOff x="-81750" y="3662432"/>
              <a:chExt cx="677203" cy="677231"/>
            </a:xfrm>
          </p:grpSpPr>
          <p:sp>
            <p:nvSpPr>
              <p:cNvPr id="976" name="Google Shape;976;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 name="Google Shape;986;p5"/>
            <p:cNvGrpSpPr/>
            <p:nvPr/>
          </p:nvGrpSpPr>
          <p:grpSpPr>
            <a:xfrm>
              <a:off x="8608613" y="-401068"/>
              <a:ext cx="677203" cy="677231"/>
              <a:chOff x="-81750" y="3662432"/>
              <a:chExt cx="677203" cy="677231"/>
            </a:xfrm>
          </p:grpSpPr>
          <p:sp>
            <p:nvSpPr>
              <p:cNvPr id="987" name="Google Shape;987;p5"/>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97" name="Google Shape;997;p5"/>
          <p:cNvSpPr txBox="1">
            <a:spLocks noGrp="1"/>
          </p:cNvSpPr>
          <p:nvPr>
            <p:ph type="subTitle" idx="1"/>
          </p:nvPr>
        </p:nvSpPr>
        <p:spPr>
          <a:xfrm>
            <a:off x="1022425" y="3041225"/>
            <a:ext cx="30852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98" name="Google Shape;998;p5"/>
          <p:cNvSpPr txBox="1">
            <a:spLocks noGrp="1"/>
          </p:cNvSpPr>
          <p:nvPr>
            <p:ph type="subTitle" idx="2"/>
          </p:nvPr>
        </p:nvSpPr>
        <p:spPr>
          <a:xfrm>
            <a:off x="4880501" y="3041250"/>
            <a:ext cx="3085200" cy="634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99" name="Google Shape;999;p5"/>
          <p:cNvSpPr txBox="1">
            <a:spLocks noGrp="1"/>
          </p:cNvSpPr>
          <p:nvPr>
            <p:ph type="subTitle" idx="3"/>
          </p:nvPr>
        </p:nvSpPr>
        <p:spPr>
          <a:xfrm>
            <a:off x="1022438" y="2726425"/>
            <a:ext cx="3085200" cy="467100"/>
          </a:xfrm>
          <a:prstGeom prst="rect">
            <a:avLst/>
          </a:prstGeom>
        </p:spPr>
        <p:txBody>
          <a:bodyPr spcFirstLastPara="1" wrap="square" lIns="91425" tIns="91425" rIns="91425" bIns="91425" anchor="b" anchorCtr="0">
            <a:noAutofit/>
          </a:bodyPr>
          <a:lstStyle>
            <a:lvl1pPr lvl="0" algn="ctr">
              <a:spcBef>
                <a:spcPts val="0"/>
              </a:spcBef>
              <a:spcAft>
                <a:spcPts val="0"/>
              </a:spcAft>
              <a:buSzPts val="2000"/>
              <a:buFont typeface="Poller One"/>
              <a:buNone/>
              <a:defRPr sz="2000">
                <a:latin typeface="Lexend"/>
                <a:ea typeface="Lexend"/>
                <a:cs typeface="Lexend"/>
                <a:sym typeface="Lexend"/>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1000" name="Google Shape;1000;p5"/>
          <p:cNvSpPr txBox="1">
            <a:spLocks noGrp="1"/>
          </p:cNvSpPr>
          <p:nvPr>
            <p:ph type="subTitle" idx="4"/>
          </p:nvPr>
        </p:nvSpPr>
        <p:spPr>
          <a:xfrm>
            <a:off x="4880514" y="2726400"/>
            <a:ext cx="30852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1" name="Google Shape;1001;p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88"/>
        <p:cNvGrpSpPr/>
        <p:nvPr/>
      </p:nvGrpSpPr>
      <p:grpSpPr>
        <a:xfrm>
          <a:off x="0" y="0"/>
          <a:ext cx="0" cy="0"/>
          <a:chOff x="0" y="0"/>
          <a:chExt cx="0" cy="0"/>
        </a:xfrm>
      </p:grpSpPr>
      <p:sp>
        <p:nvSpPr>
          <p:cNvPr id="1189" name="Google Shape;1189;p7"/>
          <p:cNvSpPr txBox="1">
            <a:spLocks noGrp="1"/>
          </p:cNvSpPr>
          <p:nvPr>
            <p:ph type="body" idx="1"/>
          </p:nvPr>
        </p:nvSpPr>
        <p:spPr>
          <a:xfrm>
            <a:off x="2048100" y="1553100"/>
            <a:ext cx="5047800" cy="22605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sp>
        <p:nvSpPr>
          <p:cNvPr id="1190" name="Google Shape;1190;p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191" name="Google Shape;1191;p7"/>
          <p:cNvGrpSpPr/>
          <p:nvPr/>
        </p:nvGrpSpPr>
        <p:grpSpPr>
          <a:xfrm>
            <a:off x="-152411" y="-125149"/>
            <a:ext cx="674387" cy="5393799"/>
            <a:chOff x="-52831" y="-125149"/>
            <a:chExt cx="674387" cy="5393799"/>
          </a:xfrm>
        </p:grpSpPr>
        <p:grpSp>
          <p:nvGrpSpPr>
            <p:cNvPr id="1192" name="Google Shape;1192;p7"/>
            <p:cNvGrpSpPr/>
            <p:nvPr/>
          </p:nvGrpSpPr>
          <p:grpSpPr>
            <a:xfrm rot="5400000">
              <a:off x="-52831" y="1222455"/>
              <a:ext cx="674374" cy="674287"/>
              <a:chOff x="2491476" y="193182"/>
              <a:chExt cx="693729" cy="693640"/>
            </a:xfrm>
          </p:grpSpPr>
          <p:grpSp>
            <p:nvGrpSpPr>
              <p:cNvPr id="1193" name="Google Shape;1193;p7"/>
              <p:cNvGrpSpPr/>
              <p:nvPr/>
            </p:nvGrpSpPr>
            <p:grpSpPr>
              <a:xfrm>
                <a:off x="2491476" y="193182"/>
                <a:ext cx="693729" cy="693640"/>
                <a:chOff x="2491476" y="193182"/>
                <a:chExt cx="693729" cy="693640"/>
              </a:xfrm>
            </p:grpSpPr>
            <p:sp>
              <p:nvSpPr>
                <p:cNvPr id="1194" name="Google Shape;1194;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95" name="Google Shape;1195;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96" name="Google Shape;1196;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97" name="Google Shape;1197;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98" name="Google Shape;1198;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99" name="Google Shape;1199;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0" name="Google Shape;1200;p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1" name="Google Shape;1201;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2" name="Google Shape;1202;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03" name="Google Shape;1203;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04" name="Google Shape;1204;p7"/>
            <p:cNvGrpSpPr/>
            <p:nvPr/>
          </p:nvGrpSpPr>
          <p:grpSpPr>
            <a:xfrm rot="5400000">
              <a:off x="-52831" y="1896774"/>
              <a:ext cx="674374" cy="674374"/>
              <a:chOff x="157640" y="503742"/>
              <a:chExt cx="693729" cy="693729"/>
            </a:xfrm>
          </p:grpSpPr>
          <p:sp>
            <p:nvSpPr>
              <p:cNvPr id="1205" name="Google Shape;1205;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6" name="Google Shape;1206;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7" name="Google Shape;1207;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8" name="Google Shape;1208;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09" name="Google Shape;1209;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10" name="Google Shape;1210;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11" name="Google Shape;1211;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12" name="Google Shape;1212;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13" name="Google Shape;1213;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14" name="Google Shape;1214;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15" name="Google Shape;1215;p7"/>
            <p:cNvGrpSpPr/>
            <p:nvPr/>
          </p:nvGrpSpPr>
          <p:grpSpPr>
            <a:xfrm rot="5400000">
              <a:off x="-52831" y="2569994"/>
              <a:ext cx="674374" cy="674287"/>
              <a:chOff x="2491476" y="193182"/>
              <a:chExt cx="693729" cy="693640"/>
            </a:xfrm>
          </p:grpSpPr>
          <p:grpSp>
            <p:nvGrpSpPr>
              <p:cNvPr id="1216" name="Google Shape;1216;p7"/>
              <p:cNvGrpSpPr/>
              <p:nvPr/>
            </p:nvGrpSpPr>
            <p:grpSpPr>
              <a:xfrm>
                <a:off x="2491476" y="193182"/>
                <a:ext cx="693729" cy="693640"/>
                <a:chOff x="2491476" y="193182"/>
                <a:chExt cx="693729" cy="693640"/>
              </a:xfrm>
            </p:grpSpPr>
            <p:sp>
              <p:nvSpPr>
                <p:cNvPr id="1217" name="Google Shape;1217;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18" name="Google Shape;1218;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19" name="Google Shape;1219;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0" name="Google Shape;1220;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1" name="Google Shape;1221;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2" name="Google Shape;1222;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3" name="Google Shape;1223;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4" name="Google Shape;1224;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5" name="Google Shape;1225;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26" name="Google Shape;1226;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27" name="Google Shape;1227;p7"/>
            <p:cNvGrpSpPr/>
            <p:nvPr/>
          </p:nvGrpSpPr>
          <p:grpSpPr>
            <a:xfrm rot="5400000">
              <a:off x="-52831" y="3245526"/>
              <a:ext cx="674374" cy="674374"/>
              <a:chOff x="157640" y="503742"/>
              <a:chExt cx="693729" cy="693729"/>
            </a:xfrm>
          </p:grpSpPr>
          <p:sp>
            <p:nvSpPr>
              <p:cNvPr id="1228" name="Google Shape;1228;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29" name="Google Shape;1229;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0" name="Google Shape;1230;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1" name="Google Shape;1231;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2" name="Google Shape;1232;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3" name="Google Shape;1233;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4" name="Google Shape;1234;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5" name="Google Shape;1235;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6" name="Google Shape;1236;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37" name="Google Shape;1237;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38" name="Google Shape;1238;p7"/>
            <p:cNvGrpSpPr/>
            <p:nvPr/>
          </p:nvGrpSpPr>
          <p:grpSpPr>
            <a:xfrm rot="5400000">
              <a:off x="-52831" y="548025"/>
              <a:ext cx="674374" cy="674374"/>
              <a:chOff x="157640" y="503742"/>
              <a:chExt cx="693729" cy="693729"/>
            </a:xfrm>
          </p:grpSpPr>
          <p:sp>
            <p:nvSpPr>
              <p:cNvPr id="1239" name="Google Shape;1239;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 name="Google Shape;1240;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 name="Google Shape;1241;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 name="Google Shape;1242;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 name="Google Shape;1243;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 name="Google Shape;1244;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 name="Google Shape;1245;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 name="Google Shape;1246;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 name="Google Shape;1247;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 name="Google Shape;1248;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9" name="Google Shape;1249;p7"/>
            <p:cNvGrpSpPr/>
            <p:nvPr/>
          </p:nvGrpSpPr>
          <p:grpSpPr>
            <a:xfrm rot="5400000">
              <a:off x="-52836" y="-125106"/>
              <a:ext cx="674374" cy="674287"/>
              <a:chOff x="-327325" y="-12"/>
              <a:chExt cx="693729" cy="693640"/>
            </a:xfrm>
          </p:grpSpPr>
          <p:sp>
            <p:nvSpPr>
              <p:cNvPr id="1250" name="Google Shape;1250;p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1" name="Google Shape;1251;p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2" name="Google Shape;1252;p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3" name="Google Shape;1253;p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4" name="Google Shape;1254;p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5" name="Google Shape;1255;p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6" name="Google Shape;1256;p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7" name="Google Shape;1257;p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8" name="Google Shape;1258;p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9" name="Google Shape;1259;p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60" name="Google Shape;1260;p7"/>
            <p:cNvGrpSpPr/>
            <p:nvPr/>
          </p:nvGrpSpPr>
          <p:grpSpPr>
            <a:xfrm rot="5400000">
              <a:off x="-52819" y="3921099"/>
              <a:ext cx="674374" cy="674374"/>
              <a:chOff x="157640" y="503742"/>
              <a:chExt cx="693729" cy="693729"/>
            </a:xfrm>
          </p:grpSpPr>
          <p:sp>
            <p:nvSpPr>
              <p:cNvPr id="1261" name="Google Shape;1261;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2" name="Google Shape;1262;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3" name="Google Shape;1263;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4" name="Google Shape;1264;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5" name="Google Shape;1265;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6" name="Google Shape;1266;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7" name="Google Shape;1267;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8" name="Google Shape;1268;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69" name="Google Shape;1269;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0" name="Google Shape;1270;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71" name="Google Shape;1271;p7"/>
            <p:cNvGrpSpPr/>
            <p:nvPr/>
          </p:nvGrpSpPr>
          <p:grpSpPr>
            <a:xfrm rot="5400000">
              <a:off x="-52819" y="4594319"/>
              <a:ext cx="674374" cy="674287"/>
              <a:chOff x="2491476" y="193182"/>
              <a:chExt cx="693729" cy="693640"/>
            </a:xfrm>
          </p:grpSpPr>
          <p:grpSp>
            <p:nvGrpSpPr>
              <p:cNvPr id="1272" name="Google Shape;1272;p7"/>
              <p:cNvGrpSpPr/>
              <p:nvPr/>
            </p:nvGrpSpPr>
            <p:grpSpPr>
              <a:xfrm>
                <a:off x="2491476" y="193182"/>
                <a:ext cx="693729" cy="693640"/>
                <a:chOff x="2491476" y="193182"/>
                <a:chExt cx="693729" cy="693640"/>
              </a:xfrm>
            </p:grpSpPr>
            <p:sp>
              <p:nvSpPr>
                <p:cNvPr id="1273" name="Google Shape;1273;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4" name="Google Shape;1274;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5" name="Google Shape;1275;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6" name="Google Shape;1276;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7" name="Google Shape;1277;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8" name="Google Shape;1278;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79" name="Google Shape;1279;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0" name="Google Shape;1280;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1" name="Google Shape;1281;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82" name="Google Shape;1282;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grpSp>
        <p:nvGrpSpPr>
          <p:cNvPr id="1283" name="Google Shape;1283;p7"/>
          <p:cNvGrpSpPr/>
          <p:nvPr/>
        </p:nvGrpSpPr>
        <p:grpSpPr>
          <a:xfrm>
            <a:off x="8616369" y="-125149"/>
            <a:ext cx="674387" cy="5393799"/>
            <a:chOff x="-52831" y="-125149"/>
            <a:chExt cx="674387" cy="5393799"/>
          </a:xfrm>
        </p:grpSpPr>
        <p:grpSp>
          <p:nvGrpSpPr>
            <p:cNvPr id="1284" name="Google Shape;1284;p7"/>
            <p:cNvGrpSpPr/>
            <p:nvPr/>
          </p:nvGrpSpPr>
          <p:grpSpPr>
            <a:xfrm rot="5400000">
              <a:off x="-52831" y="1222455"/>
              <a:ext cx="674374" cy="674287"/>
              <a:chOff x="2491476" y="193182"/>
              <a:chExt cx="693729" cy="693640"/>
            </a:xfrm>
          </p:grpSpPr>
          <p:grpSp>
            <p:nvGrpSpPr>
              <p:cNvPr id="1285" name="Google Shape;1285;p7"/>
              <p:cNvGrpSpPr/>
              <p:nvPr/>
            </p:nvGrpSpPr>
            <p:grpSpPr>
              <a:xfrm>
                <a:off x="2491476" y="193182"/>
                <a:ext cx="693729" cy="693640"/>
                <a:chOff x="2491476" y="193182"/>
                <a:chExt cx="693729" cy="693640"/>
              </a:xfrm>
            </p:grpSpPr>
            <p:sp>
              <p:nvSpPr>
                <p:cNvPr id="1286" name="Google Shape;1286;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7" name="Google Shape;1287;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8" name="Google Shape;1288;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89" name="Google Shape;1289;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0" name="Google Shape;1290;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1" name="Google Shape;1291;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2" name="Google Shape;1292;p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3" name="Google Shape;1293;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4" name="Google Shape;1294;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95" name="Google Shape;1295;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96" name="Google Shape;1296;p7"/>
            <p:cNvGrpSpPr/>
            <p:nvPr/>
          </p:nvGrpSpPr>
          <p:grpSpPr>
            <a:xfrm rot="5400000">
              <a:off x="-52831" y="1896774"/>
              <a:ext cx="674374" cy="674374"/>
              <a:chOff x="157640" y="503742"/>
              <a:chExt cx="693729" cy="693729"/>
            </a:xfrm>
          </p:grpSpPr>
          <p:sp>
            <p:nvSpPr>
              <p:cNvPr id="1297" name="Google Shape;1297;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8" name="Google Shape;1298;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99" name="Google Shape;1299;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0" name="Google Shape;1300;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1" name="Google Shape;1301;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2" name="Google Shape;1302;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3" name="Google Shape;1303;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4" name="Google Shape;1304;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5" name="Google Shape;1305;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06" name="Google Shape;1306;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07" name="Google Shape;1307;p7"/>
            <p:cNvGrpSpPr/>
            <p:nvPr/>
          </p:nvGrpSpPr>
          <p:grpSpPr>
            <a:xfrm rot="5400000">
              <a:off x="-52831" y="2569994"/>
              <a:ext cx="674374" cy="674287"/>
              <a:chOff x="2491476" y="193182"/>
              <a:chExt cx="693729" cy="693640"/>
            </a:xfrm>
          </p:grpSpPr>
          <p:grpSp>
            <p:nvGrpSpPr>
              <p:cNvPr id="1308" name="Google Shape;1308;p7"/>
              <p:cNvGrpSpPr/>
              <p:nvPr/>
            </p:nvGrpSpPr>
            <p:grpSpPr>
              <a:xfrm>
                <a:off x="2491476" y="193182"/>
                <a:ext cx="693729" cy="693640"/>
                <a:chOff x="2491476" y="193182"/>
                <a:chExt cx="693729" cy="693640"/>
              </a:xfrm>
            </p:grpSpPr>
            <p:sp>
              <p:nvSpPr>
                <p:cNvPr id="1309" name="Google Shape;1309;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0" name="Google Shape;1310;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1" name="Google Shape;1311;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2" name="Google Shape;1312;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3" name="Google Shape;1313;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4" name="Google Shape;1314;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5" name="Google Shape;1315;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6" name="Google Shape;1316;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17" name="Google Shape;1317;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318" name="Google Shape;1318;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19" name="Google Shape;1319;p7"/>
            <p:cNvGrpSpPr/>
            <p:nvPr/>
          </p:nvGrpSpPr>
          <p:grpSpPr>
            <a:xfrm rot="5400000">
              <a:off x="-52831" y="3245526"/>
              <a:ext cx="674374" cy="674374"/>
              <a:chOff x="157640" y="503742"/>
              <a:chExt cx="693729" cy="693729"/>
            </a:xfrm>
          </p:grpSpPr>
          <p:sp>
            <p:nvSpPr>
              <p:cNvPr id="1320" name="Google Shape;1320;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1" name="Google Shape;1321;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2" name="Google Shape;1322;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3" name="Google Shape;1323;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4" name="Google Shape;1324;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5" name="Google Shape;1325;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6" name="Google Shape;1326;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7" name="Google Shape;1327;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8" name="Google Shape;1328;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29" name="Google Shape;1329;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30" name="Google Shape;1330;p7"/>
            <p:cNvGrpSpPr/>
            <p:nvPr/>
          </p:nvGrpSpPr>
          <p:grpSpPr>
            <a:xfrm rot="5400000">
              <a:off x="-52831" y="548025"/>
              <a:ext cx="674374" cy="674374"/>
              <a:chOff x="157640" y="503742"/>
              <a:chExt cx="693729" cy="693729"/>
            </a:xfrm>
          </p:grpSpPr>
          <p:sp>
            <p:nvSpPr>
              <p:cNvPr id="1331" name="Google Shape;1331;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2" name="Google Shape;1332;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3" name="Google Shape;1333;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4" name="Google Shape;1334;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5" name="Google Shape;1335;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6" name="Google Shape;1336;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7" name="Google Shape;1337;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8" name="Google Shape;1338;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39" name="Google Shape;1339;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0" name="Google Shape;1340;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41" name="Google Shape;1341;p7"/>
            <p:cNvGrpSpPr/>
            <p:nvPr/>
          </p:nvGrpSpPr>
          <p:grpSpPr>
            <a:xfrm rot="5400000">
              <a:off x="-52836" y="-125106"/>
              <a:ext cx="674374" cy="674287"/>
              <a:chOff x="-327325" y="-12"/>
              <a:chExt cx="693729" cy="693640"/>
            </a:xfrm>
          </p:grpSpPr>
          <p:sp>
            <p:nvSpPr>
              <p:cNvPr id="1342" name="Google Shape;1342;p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3" name="Google Shape;1343;p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4" name="Google Shape;1344;p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5" name="Google Shape;1345;p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6" name="Google Shape;1346;p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7" name="Google Shape;1347;p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8" name="Google Shape;1348;p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49" name="Google Shape;1349;p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0" name="Google Shape;1350;p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1" name="Google Shape;1351;p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52" name="Google Shape;1352;p7"/>
            <p:cNvGrpSpPr/>
            <p:nvPr/>
          </p:nvGrpSpPr>
          <p:grpSpPr>
            <a:xfrm rot="5400000">
              <a:off x="-52819" y="3921099"/>
              <a:ext cx="674374" cy="674374"/>
              <a:chOff x="157640" y="503742"/>
              <a:chExt cx="693729" cy="693729"/>
            </a:xfrm>
          </p:grpSpPr>
          <p:sp>
            <p:nvSpPr>
              <p:cNvPr id="1353" name="Google Shape;1353;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4" name="Google Shape;1354;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5" name="Google Shape;1355;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6" name="Google Shape;1356;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7" name="Google Shape;1357;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8" name="Google Shape;1358;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59" name="Google Shape;1359;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0" name="Google Shape;1360;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1" name="Google Shape;1361;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2" name="Google Shape;1362;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63" name="Google Shape;1363;p7"/>
            <p:cNvGrpSpPr/>
            <p:nvPr/>
          </p:nvGrpSpPr>
          <p:grpSpPr>
            <a:xfrm rot="5400000">
              <a:off x="-52819" y="4594319"/>
              <a:ext cx="674374" cy="674287"/>
              <a:chOff x="2491476" y="193182"/>
              <a:chExt cx="693729" cy="693640"/>
            </a:xfrm>
          </p:grpSpPr>
          <p:grpSp>
            <p:nvGrpSpPr>
              <p:cNvPr id="1364" name="Google Shape;1364;p7"/>
              <p:cNvGrpSpPr/>
              <p:nvPr/>
            </p:nvGrpSpPr>
            <p:grpSpPr>
              <a:xfrm>
                <a:off x="2491476" y="193182"/>
                <a:ext cx="693729" cy="693640"/>
                <a:chOff x="2491476" y="193182"/>
                <a:chExt cx="693729" cy="693640"/>
              </a:xfrm>
            </p:grpSpPr>
            <p:sp>
              <p:nvSpPr>
                <p:cNvPr id="1365" name="Google Shape;1365;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6" name="Google Shape;1366;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7" name="Google Shape;1367;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8" name="Google Shape;1368;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69" name="Google Shape;1369;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70" name="Google Shape;1370;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71" name="Google Shape;1371;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72" name="Google Shape;1372;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73" name="Google Shape;1373;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374" name="Google Shape;1374;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grpSp>
        <p:nvGrpSpPr>
          <p:cNvPr id="1375" name="Google Shape;1375;p7"/>
          <p:cNvGrpSpPr/>
          <p:nvPr/>
        </p:nvGrpSpPr>
        <p:grpSpPr>
          <a:xfrm rot="10800000">
            <a:off x="3893847" y="-125100"/>
            <a:ext cx="674374" cy="674287"/>
            <a:chOff x="2491476" y="193182"/>
            <a:chExt cx="693729" cy="693640"/>
          </a:xfrm>
        </p:grpSpPr>
        <p:grpSp>
          <p:nvGrpSpPr>
            <p:cNvPr id="1376" name="Google Shape;1376;p7"/>
            <p:cNvGrpSpPr/>
            <p:nvPr/>
          </p:nvGrpSpPr>
          <p:grpSpPr>
            <a:xfrm>
              <a:off x="2491476" y="193182"/>
              <a:ext cx="693729" cy="693640"/>
              <a:chOff x="2491476" y="193182"/>
              <a:chExt cx="693729" cy="693640"/>
            </a:xfrm>
          </p:grpSpPr>
          <p:sp>
            <p:nvSpPr>
              <p:cNvPr id="1377" name="Google Shape;1377;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78" name="Google Shape;1378;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79" name="Google Shape;1379;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0" name="Google Shape;1380;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1" name="Google Shape;1381;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2" name="Google Shape;1382;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3" name="Google Shape;1383;p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4" name="Google Shape;1384;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5" name="Google Shape;1385;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386" name="Google Shape;1386;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87" name="Google Shape;1387;p7"/>
          <p:cNvGrpSpPr/>
          <p:nvPr/>
        </p:nvGrpSpPr>
        <p:grpSpPr>
          <a:xfrm rot="10800000">
            <a:off x="3219484" y="-125143"/>
            <a:ext cx="674374" cy="674374"/>
            <a:chOff x="157640" y="503742"/>
            <a:chExt cx="693729" cy="693729"/>
          </a:xfrm>
        </p:grpSpPr>
        <p:sp>
          <p:nvSpPr>
            <p:cNvPr id="1388" name="Google Shape;1388;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89" name="Google Shape;1389;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0" name="Google Shape;1390;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1" name="Google Shape;1391;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2" name="Google Shape;1392;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3" name="Google Shape;1393;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4" name="Google Shape;1394;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5" name="Google Shape;1395;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6" name="Google Shape;1396;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397" name="Google Shape;1397;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398" name="Google Shape;1398;p7"/>
          <p:cNvGrpSpPr/>
          <p:nvPr/>
        </p:nvGrpSpPr>
        <p:grpSpPr>
          <a:xfrm rot="10800000">
            <a:off x="2546308" y="-125100"/>
            <a:ext cx="674374" cy="674287"/>
            <a:chOff x="2491476" y="193182"/>
            <a:chExt cx="693729" cy="693640"/>
          </a:xfrm>
        </p:grpSpPr>
        <p:grpSp>
          <p:nvGrpSpPr>
            <p:cNvPr id="1399" name="Google Shape;1399;p7"/>
            <p:cNvGrpSpPr/>
            <p:nvPr/>
          </p:nvGrpSpPr>
          <p:grpSpPr>
            <a:xfrm>
              <a:off x="2491476" y="193182"/>
              <a:ext cx="693729" cy="693640"/>
              <a:chOff x="2491476" y="193182"/>
              <a:chExt cx="693729" cy="693640"/>
            </a:xfrm>
          </p:grpSpPr>
          <p:sp>
            <p:nvSpPr>
              <p:cNvPr id="1400" name="Google Shape;1400;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1" name="Google Shape;1401;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2" name="Google Shape;1402;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3" name="Google Shape;1403;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4" name="Google Shape;1404;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5" name="Google Shape;1405;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6" name="Google Shape;1406;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7" name="Google Shape;1407;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08" name="Google Shape;1408;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409" name="Google Shape;1409;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10" name="Google Shape;1410;p7"/>
          <p:cNvGrpSpPr/>
          <p:nvPr/>
        </p:nvGrpSpPr>
        <p:grpSpPr>
          <a:xfrm rot="10800000">
            <a:off x="1870733" y="-125143"/>
            <a:ext cx="674374" cy="674374"/>
            <a:chOff x="157640" y="503742"/>
            <a:chExt cx="693729" cy="693729"/>
          </a:xfrm>
        </p:grpSpPr>
        <p:sp>
          <p:nvSpPr>
            <p:cNvPr id="1411" name="Google Shape;1411;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2" name="Google Shape;1412;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3" name="Google Shape;1413;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4" name="Google Shape;1414;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5" name="Google Shape;1415;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6" name="Google Shape;1416;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7" name="Google Shape;1417;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8" name="Google Shape;1418;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19" name="Google Shape;1419;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0" name="Google Shape;1420;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21" name="Google Shape;1421;p7"/>
          <p:cNvGrpSpPr/>
          <p:nvPr/>
        </p:nvGrpSpPr>
        <p:grpSpPr>
          <a:xfrm rot="10800000">
            <a:off x="4568234" y="-125143"/>
            <a:ext cx="674374" cy="674374"/>
            <a:chOff x="157640" y="503742"/>
            <a:chExt cx="693729" cy="693729"/>
          </a:xfrm>
        </p:grpSpPr>
        <p:sp>
          <p:nvSpPr>
            <p:cNvPr id="1422" name="Google Shape;1422;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3" name="Google Shape;1423;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4" name="Google Shape;1424;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5" name="Google Shape;1425;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6" name="Google Shape;1426;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7" name="Google Shape;1427;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8" name="Google Shape;1428;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29" name="Google Shape;1429;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0" name="Google Shape;1430;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1" name="Google Shape;1431;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32" name="Google Shape;1432;p7"/>
          <p:cNvGrpSpPr/>
          <p:nvPr/>
        </p:nvGrpSpPr>
        <p:grpSpPr>
          <a:xfrm rot="10800000">
            <a:off x="5241408" y="-125105"/>
            <a:ext cx="674374" cy="674287"/>
            <a:chOff x="-327325" y="-12"/>
            <a:chExt cx="693729" cy="693640"/>
          </a:xfrm>
        </p:grpSpPr>
        <p:sp>
          <p:nvSpPr>
            <p:cNvPr id="1433" name="Google Shape;1433;p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4" name="Google Shape;1434;p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5" name="Google Shape;1435;p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6" name="Google Shape;1436;p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7" name="Google Shape;1437;p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8" name="Google Shape;1438;p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39" name="Google Shape;1439;p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0" name="Google Shape;1440;p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1" name="Google Shape;1441;p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2" name="Google Shape;1442;p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43" name="Google Shape;1443;p7"/>
          <p:cNvGrpSpPr/>
          <p:nvPr/>
        </p:nvGrpSpPr>
        <p:grpSpPr>
          <a:xfrm rot="10800000">
            <a:off x="1195159" y="-125131"/>
            <a:ext cx="674374" cy="674374"/>
            <a:chOff x="157640" y="503742"/>
            <a:chExt cx="693729" cy="693729"/>
          </a:xfrm>
        </p:grpSpPr>
        <p:sp>
          <p:nvSpPr>
            <p:cNvPr id="1444" name="Google Shape;1444;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5" name="Google Shape;1445;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6" name="Google Shape;1446;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7" name="Google Shape;1447;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8" name="Google Shape;1448;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49" name="Google Shape;1449;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0" name="Google Shape;1450;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1" name="Google Shape;1451;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2" name="Google Shape;1452;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3" name="Google Shape;1453;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54" name="Google Shape;1454;p7"/>
          <p:cNvGrpSpPr/>
          <p:nvPr/>
        </p:nvGrpSpPr>
        <p:grpSpPr>
          <a:xfrm rot="10800000">
            <a:off x="521983" y="-125087"/>
            <a:ext cx="674374" cy="674287"/>
            <a:chOff x="2491476" y="193182"/>
            <a:chExt cx="693729" cy="693640"/>
          </a:xfrm>
        </p:grpSpPr>
        <p:grpSp>
          <p:nvGrpSpPr>
            <p:cNvPr id="1455" name="Google Shape;1455;p7"/>
            <p:cNvGrpSpPr/>
            <p:nvPr/>
          </p:nvGrpSpPr>
          <p:grpSpPr>
            <a:xfrm>
              <a:off x="2491476" y="193182"/>
              <a:ext cx="693729" cy="693640"/>
              <a:chOff x="2491476" y="193182"/>
              <a:chExt cx="693729" cy="693640"/>
            </a:xfrm>
          </p:grpSpPr>
          <p:sp>
            <p:nvSpPr>
              <p:cNvPr id="1456" name="Google Shape;1456;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7" name="Google Shape;1457;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8" name="Google Shape;1458;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59" name="Google Shape;1459;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60" name="Google Shape;1460;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61" name="Google Shape;1461;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62" name="Google Shape;1462;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63" name="Google Shape;1463;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64" name="Google Shape;1464;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465" name="Google Shape;1465;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66" name="Google Shape;1466;p7"/>
          <p:cNvGrpSpPr/>
          <p:nvPr/>
        </p:nvGrpSpPr>
        <p:grpSpPr>
          <a:xfrm rot="10800000">
            <a:off x="6591347" y="-125075"/>
            <a:ext cx="674374" cy="674287"/>
            <a:chOff x="2491476" y="193182"/>
            <a:chExt cx="693729" cy="693640"/>
          </a:xfrm>
        </p:grpSpPr>
        <p:grpSp>
          <p:nvGrpSpPr>
            <p:cNvPr id="1467" name="Google Shape;1467;p7"/>
            <p:cNvGrpSpPr/>
            <p:nvPr/>
          </p:nvGrpSpPr>
          <p:grpSpPr>
            <a:xfrm>
              <a:off x="2491476" y="193182"/>
              <a:ext cx="693729" cy="693640"/>
              <a:chOff x="2491476" y="193182"/>
              <a:chExt cx="693729" cy="693640"/>
            </a:xfrm>
          </p:grpSpPr>
          <p:sp>
            <p:nvSpPr>
              <p:cNvPr id="1468" name="Google Shape;1468;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69" name="Google Shape;1469;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0" name="Google Shape;1470;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1" name="Google Shape;1471;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2" name="Google Shape;1472;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3" name="Google Shape;1473;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4" name="Google Shape;1474;p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5" name="Google Shape;1475;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76" name="Google Shape;1476;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477" name="Google Shape;1477;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78" name="Google Shape;1478;p7"/>
          <p:cNvGrpSpPr/>
          <p:nvPr/>
        </p:nvGrpSpPr>
        <p:grpSpPr>
          <a:xfrm rot="10800000">
            <a:off x="5916984" y="-125118"/>
            <a:ext cx="674374" cy="674374"/>
            <a:chOff x="157640" y="503742"/>
            <a:chExt cx="693729" cy="693729"/>
          </a:xfrm>
        </p:grpSpPr>
        <p:sp>
          <p:nvSpPr>
            <p:cNvPr id="1479" name="Google Shape;1479;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0" name="Google Shape;1480;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1" name="Google Shape;1481;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2" name="Google Shape;1482;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3" name="Google Shape;1483;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4" name="Google Shape;1484;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5" name="Google Shape;1485;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6" name="Google Shape;1486;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7" name="Google Shape;1487;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88" name="Google Shape;1488;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489" name="Google Shape;1489;p7"/>
          <p:cNvGrpSpPr/>
          <p:nvPr/>
        </p:nvGrpSpPr>
        <p:grpSpPr>
          <a:xfrm rot="10800000">
            <a:off x="7265734" y="-125118"/>
            <a:ext cx="674374" cy="674374"/>
            <a:chOff x="157640" y="503742"/>
            <a:chExt cx="693729" cy="693729"/>
          </a:xfrm>
        </p:grpSpPr>
        <p:sp>
          <p:nvSpPr>
            <p:cNvPr id="1490" name="Google Shape;1490;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1" name="Google Shape;1491;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2" name="Google Shape;1492;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3" name="Google Shape;1493;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4" name="Google Shape;1494;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5" name="Google Shape;1495;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6" name="Google Shape;1496;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7" name="Google Shape;1497;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8" name="Google Shape;1498;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499" name="Google Shape;1499;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00" name="Google Shape;1500;p7"/>
          <p:cNvGrpSpPr/>
          <p:nvPr/>
        </p:nvGrpSpPr>
        <p:grpSpPr>
          <a:xfrm rot="10800000">
            <a:off x="7938908" y="-125080"/>
            <a:ext cx="674374" cy="674287"/>
            <a:chOff x="-327325" y="-12"/>
            <a:chExt cx="693729" cy="693640"/>
          </a:xfrm>
        </p:grpSpPr>
        <p:sp>
          <p:nvSpPr>
            <p:cNvPr id="1501" name="Google Shape;1501;p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2" name="Google Shape;1502;p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3" name="Google Shape;1503;p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4" name="Google Shape;1504;p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5" name="Google Shape;1505;p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6" name="Google Shape;1506;p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7" name="Google Shape;1507;p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8" name="Google Shape;1508;p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09" name="Google Shape;1509;p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0" name="Google Shape;1510;p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11" name="Google Shape;1511;p7"/>
          <p:cNvGrpSpPr/>
          <p:nvPr/>
        </p:nvGrpSpPr>
        <p:grpSpPr>
          <a:xfrm rot="10800000">
            <a:off x="3898222" y="4598204"/>
            <a:ext cx="674374" cy="674287"/>
            <a:chOff x="2491476" y="193182"/>
            <a:chExt cx="693729" cy="693640"/>
          </a:xfrm>
        </p:grpSpPr>
        <p:grpSp>
          <p:nvGrpSpPr>
            <p:cNvPr id="1512" name="Google Shape;1512;p7"/>
            <p:cNvGrpSpPr/>
            <p:nvPr/>
          </p:nvGrpSpPr>
          <p:grpSpPr>
            <a:xfrm>
              <a:off x="2491476" y="193182"/>
              <a:ext cx="693729" cy="693640"/>
              <a:chOff x="2491476" y="193182"/>
              <a:chExt cx="693729" cy="693640"/>
            </a:xfrm>
          </p:grpSpPr>
          <p:sp>
            <p:nvSpPr>
              <p:cNvPr id="1513" name="Google Shape;1513;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4" name="Google Shape;1514;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5" name="Google Shape;1515;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6" name="Google Shape;1516;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7" name="Google Shape;1517;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8" name="Google Shape;1518;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19" name="Google Shape;1519;p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20" name="Google Shape;1520;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21" name="Google Shape;1521;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522" name="Google Shape;1522;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23" name="Google Shape;1523;p7"/>
          <p:cNvGrpSpPr/>
          <p:nvPr/>
        </p:nvGrpSpPr>
        <p:grpSpPr>
          <a:xfrm rot="10800000">
            <a:off x="3223859" y="4598160"/>
            <a:ext cx="674374" cy="674374"/>
            <a:chOff x="157640" y="503742"/>
            <a:chExt cx="693729" cy="693729"/>
          </a:xfrm>
        </p:grpSpPr>
        <p:sp>
          <p:nvSpPr>
            <p:cNvPr id="1524" name="Google Shape;1524;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25" name="Google Shape;1525;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26" name="Google Shape;1526;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27" name="Google Shape;1527;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28" name="Google Shape;1528;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29" name="Google Shape;1529;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0" name="Google Shape;1530;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1" name="Google Shape;1531;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2" name="Google Shape;1532;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3" name="Google Shape;1533;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34" name="Google Shape;1534;p7"/>
          <p:cNvGrpSpPr/>
          <p:nvPr/>
        </p:nvGrpSpPr>
        <p:grpSpPr>
          <a:xfrm rot="10800000">
            <a:off x="2550683" y="4598204"/>
            <a:ext cx="674374" cy="674287"/>
            <a:chOff x="2491476" y="193182"/>
            <a:chExt cx="693729" cy="693640"/>
          </a:xfrm>
        </p:grpSpPr>
        <p:grpSp>
          <p:nvGrpSpPr>
            <p:cNvPr id="1535" name="Google Shape;1535;p7"/>
            <p:cNvGrpSpPr/>
            <p:nvPr/>
          </p:nvGrpSpPr>
          <p:grpSpPr>
            <a:xfrm>
              <a:off x="2491476" y="193182"/>
              <a:ext cx="693729" cy="693640"/>
              <a:chOff x="2491476" y="193182"/>
              <a:chExt cx="693729" cy="693640"/>
            </a:xfrm>
          </p:grpSpPr>
          <p:sp>
            <p:nvSpPr>
              <p:cNvPr id="1536" name="Google Shape;1536;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7" name="Google Shape;1537;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8" name="Google Shape;1538;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39" name="Google Shape;1539;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40" name="Google Shape;1540;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41" name="Google Shape;1541;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42" name="Google Shape;1542;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43" name="Google Shape;1543;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44" name="Google Shape;1544;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545" name="Google Shape;1545;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46" name="Google Shape;1546;p7"/>
          <p:cNvGrpSpPr/>
          <p:nvPr/>
        </p:nvGrpSpPr>
        <p:grpSpPr>
          <a:xfrm rot="10800000">
            <a:off x="1875108" y="4598160"/>
            <a:ext cx="674374" cy="674374"/>
            <a:chOff x="157640" y="503742"/>
            <a:chExt cx="693729" cy="693729"/>
          </a:xfrm>
        </p:grpSpPr>
        <p:sp>
          <p:nvSpPr>
            <p:cNvPr id="1547" name="Google Shape;1547;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48" name="Google Shape;1548;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49" name="Google Shape;1549;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0" name="Google Shape;1550;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1" name="Google Shape;1551;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2" name="Google Shape;1552;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3" name="Google Shape;1553;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4" name="Google Shape;1554;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5" name="Google Shape;1555;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6" name="Google Shape;1556;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57" name="Google Shape;1557;p7"/>
          <p:cNvGrpSpPr/>
          <p:nvPr/>
        </p:nvGrpSpPr>
        <p:grpSpPr>
          <a:xfrm rot="10800000">
            <a:off x="4572609" y="4598160"/>
            <a:ext cx="674374" cy="674374"/>
            <a:chOff x="157640" y="503742"/>
            <a:chExt cx="693729" cy="693729"/>
          </a:xfrm>
        </p:grpSpPr>
        <p:sp>
          <p:nvSpPr>
            <p:cNvPr id="1558" name="Google Shape;1558;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59" name="Google Shape;1559;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0" name="Google Shape;1560;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1" name="Google Shape;1561;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2" name="Google Shape;1562;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3" name="Google Shape;1563;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4" name="Google Shape;1564;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5" name="Google Shape;1565;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6" name="Google Shape;1566;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67" name="Google Shape;1567;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68" name="Google Shape;1568;p7"/>
          <p:cNvGrpSpPr/>
          <p:nvPr/>
        </p:nvGrpSpPr>
        <p:grpSpPr>
          <a:xfrm rot="10800000">
            <a:off x="5245783" y="4598199"/>
            <a:ext cx="674374" cy="674287"/>
            <a:chOff x="-327325" y="-12"/>
            <a:chExt cx="693729" cy="693640"/>
          </a:xfrm>
        </p:grpSpPr>
        <p:sp>
          <p:nvSpPr>
            <p:cNvPr id="1569" name="Google Shape;1569;p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0" name="Google Shape;1570;p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1" name="Google Shape;1571;p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2" name="Google Shape;1572;p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3" name="Google Shape;1573;p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4" name="Google Shape;1574;p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5" name="Google Shape;1575;p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6" name="Google Shape;1576;p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7" name="Google Shape;1577;p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8" name="Google Shape;1578;p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79" name="Google Shape;1579;p7"/>
          <p:cNvGrpSpPr/>
          <p:nvPr/>
        </p:nvGrpSpPr>
        <p:grpSpPr>
          <a:xfrm rot="10800000">
            <a:off x="1199534" y="4598173"/>
            <a:ext cx="674374" cy="674374"/>
            <a:chOff x="157640" y="503742"/>
            <a:chExt cx="693729" cy="693729"/>
          </a:xfrm>
        </p:grpSpPr>
        <p:sp>
          <p:nvSpPr>
            <p:cNvPr id="1580" name="Google Shape;1580;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1" name="Google Shape;1581;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2" name="Google Shape;1582;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3" name="Google Shape;1583;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4" name="Google Shape;1584;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5" name="Google Shape;1585;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6" name="Google Shape;1586;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7" name="Google Shape;1587;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8" name="Google Shape;1588;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89" name="Google Shape;1589;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590" name="Google Shape;1590;p7"/>
          <p:cNvGrpSpPr/>
          <p:nvPr/>
        </p:nvGrpSpPr>
        <p:grpSpPr>
          <a:xfrm rot="10800000">
            <a:off x="526358" y="4598216"/>
            <a:ext cx="674374" cy="674287"/>
            <a:chOff x="2491476" y="193182"/>
            <a:chExt cx="693729" cy="693640"/>
          </a:xfrm>
        </p:grpSpPr>
        <p:grpSp>
          <p:nvGrpSpPr>
            <p:cNvPr id="1591" name="Google Shape;1591;p7"/>
            <p:cNvGrpSpPr/>
            <p:nvPr/>
          </p:nvGrpSpPr>
          <p:grpSpPr>
            <a:xfrm>
              <a:off x="2491476" y="193182"/>
              <a:ext cx="693729" cy="693640"/>
              <a:chOff x="2491476" y="193182"/>
              <a:chExt cx="693729" cy="693640"/>
            </a:xfrm>
          </p:grpSpPr>
          <p:sp>
            <p:nvSpPr>
              <p:cNvPr id="1592" name="Google Shape;1592;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3" name="Google Shape;1593;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4" name="Google Shape;1594;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5" name="Google Shape;1595;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6" name="Google Shape;1596;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7" name="Google Shape;1597;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8" name="Google Shape;1598;p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99" name="Google Shape;1599;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00" name="Google Shape;1600;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601" name="Google Shape;1601;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602" name="Google Shape;1602;p7"/>
          <p:cNvGrpSpPr/>
          <p:nvPr/>
        </p:nvGrpSpPr>
        <p:grpSpPr>
          <a:xfrm rot="10800000">
            <a:off x="6595722" y="4598229"/>
            <a:ext cx="674374" cy="674287"/>
            <a:chOff x="2491476" y="193182"/>
            <a:chExt cx="693729" cy="693640"/>
          </a:xfrm>
        </p:grpSpPr>
        <p:grpSp>
          <p:nvGrpSpPr>
            <p:cNvPr id="1603" name="Google Shape;1603;p7"/>
            <p:cNvGrpSpPr/>
            <p:nvPr/>
          </p:nvGrpSpPr>
          <p:grpSpPr>
            <a:xfrm>
              <a:off x="2491476" y="193182"/>
              <a:ext cx="693729" cy="693640"/>
              <a:chOff x="2491476" y="193182"/>
              <a:chExt cx="693729" cy="693640"/>
            </a:xfrm>
          </p:grpSpPr>
          <p:sp>
            <p:nvSpPr>
              <p:cNvPr id="1604" name="Google Shape;1604;p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05" name="Google Shape;1605;p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06" name="Google Shape;1606;p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07" name="Google Shape;1607;p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08" name="Google Shape;1608;p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09" name="Google Shape;1609;p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0" name="Google Shape;1610;p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1" name="Google Shape;1611;p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2" name="Google Shape;1612;p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613" name="Google Shape;1613;p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614" name="Google Shape;1614;p7"/>
          <p:cNvGrpSpPr/>
          <p:nvPr/>
        </p:nvGrpSpPr>
        <p:grpSpPr>
          <a:xfrm rot="10800000">
            <a:off x="5921359" y="4598185"/>
            <a:ext cx="674374" cy="674374"/>
            <a:chOff x="157640" y="503742"/>
            <a:chExt cx="693729" cy="693729"/>
          </a:xfrm>
        </p:grpSpPr>
        <p:sp>
          <p:nvSpPr>
            <p:cNvPr id="1615" name="Google Shape;1615;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6" name="Google Shape;1616;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7" name="Google Shape;1617;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8" name="Google Shape;1618;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19" name="Google Shape;1619;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0" name="Google Shape;1620;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1" name="Google Shape;1621;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2" name="Google Shape;1622;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3" name="Google Shape;1623;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4" name="Google Shape;1624;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625" name="Google Shape;1625;p7"/>
          <p:cNvGrpSpPr/>
          <p:nvPr/>
        </p:nvGrpSpPr>
        <p:grpSpPr>
          <a:xfrm rot="10800000">
            <a:off x="7270109" y="4598185"/>
            <a:ext cx="674374" cy="674374"/>
            <a:chOff x="157640" y="503742"/>
            <a:chExt cx="693729" cy="693729"/>
          </a:xfrm>
        </p:grpSpPr>
        <p:sp>
          <p:nvSpPr>
            <p:cNvPr id="1626" name="Google Shape;1626;p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7" name="Google Shape;1627;p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8" name="Google Shape;1628;p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29" name="Google Shape;1629;p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0" name="Google Shape;1630;p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1" name="Google Shape;1631;p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2" name="Google Shape;1632;p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3" name="Google Shape;1633;p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4" name="Google Shape;1634;p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5" name="Google Shape;1635;p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636" name="Google Shape;1636;p7"/>
          <p:cNvGrpSpPr/>
          <p:nvPr/>
        </p:nvGrpSpPr>
        <p:grpSpPr>
          <a:xfrm rot="10800000">
            <a:off x="7943283" y="4598224"/>
            <a:ext cx="674374" cy="674287"/>
            <a:chOff x="-327325" y="-12"/>
            <a:chExt cx="693729" cy="693640"/>
          </a:xfrm>
        </p:grpSpPr>
        <p:sp>
          <p:nvSpPr>
            <p:cNvPr id="1637" name="Google Shape;1637;p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8" name="Google Shape;1638;p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39" name="Google Shape;1639;p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40" name="Google Shape;1640;p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41" name="Google Shape;1641;p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42" name="Google Shape;1642;p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43" name="Google Shape;1643;p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44" name="Google Shape;1644;p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45" name="Google Shape;1645;p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46" name="Google Shape;1646;p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66"/>
        <p:cNvGrpSpPr/>
        <p:nvPr/>
      </p:nvGrpSpPr>
      <p:grpSpPr>
        <a:xfrm>
          <a:off x="0" y="0"/>
          <a:ext cx="0" cy="0"/>
          <a:chOff x="0" y="0"/>
          <a:chExt cx="0" cy="0"/>
        </a:xfrm>
      </p:grpSpPr>
      <p:sp>
        <p:nvSpPr>
          <p:cNvPr id="2167" name="Google Shape;2167;p9"/>
          <p:cNvSpPr txBox="1">
            <a:spLocks noGrp="1"/>
          </p:cNvSpPr>
          <p:nvPr>
            <p:ph type="subTitle" idx="1"/>
          </p:nvPr>
        </p:nvSpPr>
        <p:spPr>
          <a:xfrm rot="230">
            <a:off x="2325150" y="3033900"/>
            <a:ext cx="4493700" cy="682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1600"/>
              <a:buNone/>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168" name="Google Shape;2168;p9"/>
          <p:cNvSpPr txBox="1">
            <a:spLocks noGrp="1"/>
          </p:cNvSpPr>
          <p:nvPr>
            <p:ph type="title"/>
          </p:nvPr>
        </p:nvSpPr>
        <p:spPr>
          <a:xfrm>
            <a:off x="1986300" y="1427250"/>
            <a:ext cx="5171400" cy="1606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90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grpSp>
        <p:nvGrpSpPr>
          <p:cNvPr id="2169" name="Google Shape;2169;p9"/>
          <p:cNvGrpSpPr/>
          <p:nvPr/>
        </p:nvGrpSpPr>
        <p:grpSpPr>
          <a:xfrm>
            <a:off x="-169367" y="-601987"/>
            <a:ext cx="1138946" cy="6347481"/>
            <a:chOff x="-169367" y="-601987"/>
            <a:chExt cx="1138946" cy="6347481"/>
          </a:xfrm>
        </p:grpSpPr>
        <p:sp>
          <p:nvSpPr>
            <p:cNvPr id="2170" name="Google Shape;2170;p9"/>
            <p:cNvSpPr/>
            <p:nvPr/>
          </p:nvSpPr>
          <p:spPr>
            <a:xfrm>
              <a:off x="301246" y="-128790"/>
              <a:ext cx="668333"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9"/>
            <p:cNvSpPr/>
            <p:nvPr/>
          </p:nvSpPr>
          <p:spPr>
            <a:xfrm>
              <a:off x="334578" y="-95375"/>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9"/>
            <p:cNvSpPr/>
            <p:nvPr/>
          </p:nvSpPr>
          <p:spPr>
            <a:xfrm>
              <a:off x="367883" y="-62015"/>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9"/>
            <p:cNvSpPr/>
            <p:nvPr/>
          </p:nvSpPr>
          <p:spPr>
            <a:xfrm>
              <a:off x="401215" y="-28655"/>
              <a:ext cx="468408"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9"/>
            <p:cNvSpPr/>
            <p:nvPr/>
          </p:nvSpPr>
          <p:spPr>
            <a:xfrm>
              <a:off x="434520" y="4732"/>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9"/>
            <p:cNvSpPr/>
            <p:nvPr/>
          </p:nvSpPr>
          <p:spPr>
            <a:xfrm>
              <a:off x="467853" y="38119"/>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9"/>
            <p:cNvSpPr/>
            <p:nvPr/>
          </p:nvSpPr>
          <p:spPr>
            <a:xfrm>
              <a:off x="501185" y="71451"/>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9"/>
            <p:cNvSpPr/>
            <p:nvPr/>
          </p:nvSpPr>
          <p:spPr>
            <a:xfrm>
              <a:off x="534517" y="10483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9"/>
            <p:cNvSpPr/>
            <p:nvPr/>
          </p:nvSpPr>
          <p:spPr>
            <a:xfrm>
              <a:off x="567850" y="138226"/>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9"/>
            <p:cNvSpPr/>
            <p:nvPr/>
          </p:nvSpPr>
          <p:spPr>
            <a:xfrm>
              <a:off x="601155" y="171558"/>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9"/>
            <p:cNvSpPr/>
            <p:nvPr/>
          </p:nvSpPr>
          <p:spPr>
            <a:xfrm>
              <a:off x="301246" y="817688"/>
              <a:ext cx="668333"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1" name="Google Shape;2181;p9"/>
            <p:cNvSpPr/>
            <p:nvPr/>
          </p:nvSpPr>
          <p:spPr>
            <a:xfrm>
              <a:off x="334578" y="851103"/>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9"/>
            <p:cNvSpPr/>
            <p:nvPr/>
          </p:nvSpPr>
          <p:spPr>
            <a:xfrm>
              <a:off x="367883" y="884462"/>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9"/>
            <p:cNvSpPr/>
            <p:nvPr/>
          </p:nvSpPr>
          <p:spPr>
            <a:xfrm>
              <a:off x="401215" y="917822"/>
              <a:ext cx="468408"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9"/>
            <p:cNvSpPr/>
            <p:nvPr/>
          </p:nvSpPr>
          <p:spPr>
            <a:xfrm>
              <a:off x="434520" y="951210"/>
              <a:ext cx="401803"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9"/>
            <p:cNvSpPr/>
            <p:nvPr/>
          </p:nvSpPr>
          <p:spPr>
            <a:xfrm>
              <a:off x="467853" y="984569"/>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9"/>
            <p:cNvSpPr/>
            <p:nvPr/>
          </p:nvSpPr>
          <p:spPr>
            <a:xfrm>
              <a:off x="501185" y="1017957"/>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9"/>
            <p:cNvSpPr/>
            <p:nvPr/>
          </p:nvSpPr>
          <p:spPr>
            <a:xfrm>
              <a:off x="534517" y="1051316"/>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9"/>
            <p:cNvSpPr/>
            <p:nvPr/>
          </p:nvSpPr>
          <p:spPr>
            <a:xfrm>
              <a:off x="567850" y="1084676"/>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9"/>
            <p:cNvSpPr/>
            <p:nvPr/>
          </p:nvSpPr>
          <p:spPr>
            <a:xfrm>
              <a:off x="601155" y="1118064"/>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9"/>
            <p:cNvSpPr/>
            <p:nvPr/>
          </p:nvSpPr>
          <p:spPr>
            <a:xfrm>
              <a:off x="301246" y="1764193"/>
              <a:ext cx="668333"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9"/>
            <p:cNvSpPr/>
            <p:nvPr/>
          </p:nvSpPr>
          <p:spPr>
            <a:xfrm>
              <a:off x="334578" y="1797580"/>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9"/>
            <p:cNvSpPr/>
            <p:nvPr/>
          </p:nvSpPr>
          <p:spPr>
            <a:xfrm>
              <a:off x="367883" y="1830940"/>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9"/>
            <p:cNvSpPr/>
            <p:nvPr/>
          </p:nvSpPr>
          <p:spPr>
            <a:xfrm>
              <a:off x="401215" y="1864327"/>
              <a:ext cx="468408"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9"/>
            <p:cNvSpPr/>
            <p:nvPr/>
          </p:nvSpPr>
          <p:spPr>
            <a:xfrm>
              <a:off x="434520" y="1897687"/>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9"/>
            <p:cNvSpPr/>
            <p:nvPr/>
          </p:nvSpPr>
          <p:spPr>
            <a:xfrm>
              <a:off x="467853" y="1931047"/>
              <a:ext cx="335088" cy="334648"/>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6" name="Google Shape;2196;p9"/>
            <p:cNvSpPr/>
            <p:nvPr/>
          </p:nvSpPr>
          <p:spPr>
            <a:xfrm>
              <a:off x="501185" y="1964434"/>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7" name="Google Shape;2197;p9"/>
            <p:cNvSpPr/>
            <p:nvPr/>
          </p:nvSpPr>
          <p:spPr>
            <a:xfrm>
              <a:off x="534517" y="1997794"/>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8" name="Google Shape;2198;p9"/>
            <p:cNvSpPr/>
            <p:nvPr/>
          </p:nvSpPr>
          <p:spPr>
            <a:xfrm>
              <a:off x="567822" y="2031154"/>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9"/>
            <p:cNvSpPr/>
            <p:nvPr/>
          </p:nvSpPr>
          <p:spPr>
            <a:xfrm>
              <a:off x="601155" y="2064541"/>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0" name="Google Shape;2200;p9"/>
            <p:cNvSpPr/>
            <p:nvPr/>
          </p:nvSpPr>
          <p:spPr>
            <a:xfrm>
              <a:off x="-169367" y="-601987"/>
              <a:ext cx="668333"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1" name="Google Shape;2201;p9"/>
            <p:cNvSpPr/>
            <p:nvPr/>
          </p:nvSpPr>
          <p:spPr>
            <a:xfrm>
              <a:off x="-136035" y="-568628"/>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9"/>
            <p:cNvSpPr/>
            <p:nvPr/>
          </p:nvSpPr>
          <p:spPr>
            <a:xfrm>
              <a:off x="-102703" y="-535268"/>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9"/>
            <p:cNvSpPr/>
            <p:nvPr/>
          </p:nvSpPr>
          <p:spPr>
            <a:xfrm>
              <a:off x="-69398" y="-501881"/>
              <a:ext cx="468353"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9"/>
            <p:cNvSpPr/>
            <p:nvPr/>
          </p:nvSpPr>
          <p:spPr>
            <a:xfrm>
              <a:off x="-36065" y="-468521"/>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9"/>
            <p:cNvSpPr/>
            <p:nvPr/>
          </p:nvSpPr>
          <p:spPr>
            <a:xfrm>
              <a:off x="-2733" y="-435161"/>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9"/>
            <p:cNvSpPr/>
            <p:nvPr/>
          </p:nvSpPr>
          <p:spPr>
            <a:xfrm>
              <a:off x="30572" y="-401746"/>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7" name="Google Shape;2207;p9"/>
            <p:cNvSpPr/>
            <p:nvPr/>
          </p:nvSpPr>
          <p:spPr>
            <a:xfrm>
              <a:off x="63904" y="-368386"/>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8" name="Google Shape;2208;p9"/>
            <p:cNvSpPr/>
            <p:nvPr/>
          </p:nvSpPr>
          <p:spPr>
            <a:xfrm>
              <a:off x="97237" y="-334999"/>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9"/>
            <p:cNvSpPr/>
            <p:nvPr/>
          </p:nvSpPr>
          <p:spPr>
            <a:xfrm>
              <a:off x="130541" y="-301667"/>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9"/>
            <p:cNvSpPr/>
            <p:nvPr/>
          </p:nvSpPr>
          <p:spPr>
            <a:xfrm>
              <a:off x="-169367" y="344463"/>
              <a:ext cx="668333"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9"/>
            <p:cNvSpPr/>
            <p:nvPr/>
          </p:nvSpPr>
          <p:spPr>
            <a:xfrm>
              <a:off x="-136035" y="377850"/>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9"/>
            <p:cNvSpPr/>
            <p:nvPr/>
          </p:nvSpPr>
          <p:spPr>
            <a:xfrm>
              <a:off x="-102703" y="411237"/>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9"/>
            <p:cNvSpPr/>
            <p:nvPr/>
          </p:nvSpPr>
          <p:spPr>
            <a:xfrm>
              <a:off x="-69398" y="444570"/>
              <a:ext cx="468353" cy="468133"/>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9"/>
            <p:cNvSpPr/>
            <p:nvPr/>
          </p:nvSpPr>
          <p:spPr>
            <a:xfrm>
              <a:off x="-36065" y="477957"/>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9"/>
            <p:cNvSpPr/>
            <p:nvPr/>
          </p:nvSpPr>
          <p:spPr>
            <a:xfrm>
              <a:off x="-2733" y="511344"/>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9"/>
            <p:cNvSpPr/>
            <p:nvPr/>
          </p:nvSpPr>
          <p:spPr>
            <a:xfrm>
              <a:off x="30572" y="544677"/>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9"/>
            <p:cNvSpPr/>
            <p:nvPr/>
          </p:nvSpPr>
          <p:spPr>
            <a:xfrm>
              <a:off x="63904" y="578091"/>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9"/>
            <p:cNvSpPr/>
            <p:nvPr/>
          </p:nvSpPr>
          <p:spPr>
            <a:xfrm>
              <a:off x="97237" y="611479"/>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9"/>
            <p:cNvSpPr/>
            <p:nvPr/>
          </p:nvSpPr>
          <p:spPr>
            <a:xfrm>
              <a:off x="130541" y="644838"/>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9"/>
            <p:cNvSpPr/>
            <p:nvPr/>
          </p:nvSpPr>
          <p:spPr>
            <a:xfrm>
              <a:off x="-169367" y="1290968"/>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9"/>
            <p:cNvSpPr/>
            <p:nvPr/>
          </p:nvSpPr>
          <p:spPr>
            <a:xfrm>
              <a:off x="-136062" y="1324300"/>
              <a:ext cx="601673" cy="601617"/>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9"/>
            <p:cNvSpPr/>
            <p:nvPr/>
          </p:nvSpPr>
          <p:spPr>
            <a:xfrm>
              <a:off x="-102703" y="1357688"/>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9"/>
            <p:cNvSpPr/>
            <p:nvPr/>
          </p:nvSpPr>
          <p:spPr>
            <a:xfrm>
              <a:off x="-69398" y="1391075"/>
              <a:ext cx="468353"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9"/>
            <p:cNvSpPr/>
            <p:nvPr/>
          </p:nvSpPr>
          <p:spPr>
            <a:xfrm>
              <a:off x="-36065" y="1424407"/>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9"/>
            <p:cNvSpPr/>
            <p:nvPr/>
          </p:nvSpPr>
          <p:spPr>
            <a:xfrm>
              <a:off x="-2733" y="1457794"/>
              <a:ext cx="335060" cy="334648"/>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9"/>
            <p:cNvSpPr/>
            <p:nvPr/>
          </p:nvSpPr>
          <p:spPr>
            <a:xfrm>
              <a:off x="30572" y="1491209"/>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9"/>
            <p:cNvSpPr/>
            <p:nvPr/>
          </p:nvSpPr>
          <p:spPr>
            <a:xfrm>
              <a:off x="63904" y="1524597"/>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9"/>
            <p:cNvSpPr/>
            <p:nvPr/>
          </p:nvSpPr>
          <p:spPr>
            <a:xfrm>
              <a:off x="97237" y="1557929"/>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9"/>
            <p:cNvSpPr/>
            <p:nvPr/>
          </p:nvSpPr>
          <p:spPr>
            <a:xfrm>
              <a:off x="130541" y="1591316"/>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9"/>
            <p:cNvSpPr/>
            <p:nvPr/>
          </p:nvSpPr>
          <p:spPr>
            <a:xfrm>
              <a:off x="-169367" y="2237418"/>
              <a:ext cx="668305" cy="668333"/>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1" name="Google Shape;2231;p9"/>
            <p:cNvSpPr/>
            <p:nvPr/>
          </p:nvSpPr>
          <p:spPr>
            <a:xfrm>
              <a:off x="-136062" y="2270805"/>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9"/>
            <p:cNvSpPr/>
            <p:nvPr/>
          </p:nvSpPr>
          <p:spPr>
            <a:xfrm>
              <a:off x="-102703" y="2304165"/>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9"/>
            <p:cNvSpPr/>
            <p:nvPr/>
          </p:nvSpPr>
          <p:spPr>
            <a:xfrm>
              <a:off x="-69398" y="2337525"/>
              <a:ext cx="468353" cy="468133"/>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4" name="Google Shape;2234;p9"/>
            <p:cNvSpPr/>
            <p:nvPr/>
          </p:nvSpPr>
          <p:spPr>
            <a:xfrm>
              <a:off x="-36093" y="2370912"/>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5" name="Google Shape;2235;p9"/>
            <p:cNvSpPr/>
            <p:nvPr/>
          </p:nvSpPr>
          <p:spPr>
            <a:xfrm>
              <a:off x="-2733" y="2404245"/>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9"/>
            <p:cNvSpPr/>
            <p:nvPr/>
          </p:nvSpPr>
          <p:spPr>
            <a:xfrm>
              <a:off x="30572" y="2437632"/>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7" name="Google Shape;2237;p9"/>
            <p:cNvSpPr/>
            <p:nvPr/>
          </p:nvSpPr>
          <p:spPr>
            <a:xfrm>
              <a:off x="63904" y="2471047"/>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8" name="Google Shape;2238;p9"/>
            <p:cNvSpPr/>
            <p:nvPr/>
          </p:nvSpPr>
          <p:spPr>
            <a:xfrm>
              <a:off x="97237" y="2504407"/>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9"/>
            <p:cNvSpPr/>
            <p:nvPr/>
          </p:nvSpPr>
          <p:spPr>
            <a:xfrm>
              <a:off x="130541" y="2537766"/>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0" name="Google Shape;2240;p9"/>
            <p:cNvSpPr/>
            <p:nvPr/>
          </p:nvSpPr>
          <p:spPr>
            <a:xfrm>
              <a:off x="301246" y="2710953"/>
              <a:ext cx="668333" cy="668332"/>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1" name="Google Shape;2241;p9"/>
            <p:cNvSpPr/>
            <p:nvPr/>
          </p:nvSpPr>
          <p:spPr>
            <a:xfrm>
              <a:off x="334578" y="2744368"/>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9"/>
            <p:cNvSpPr/>
            <p:nvPr/>
          </p:nvSpPr>
          <p:spPr>
            <a:xfrm>
              <a:off x="367883" y="2777727"/>
              <a:ext cx="535040" cy="534847"/>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9"/>
            <p:cNvSpPr/>
            <p:nvPr/>
          </p:nvSpPr>
          <p:spPr>
            <a:xfrm>
              <a:off x="401215" y="2811087"/>
              <a:ext cx="468408"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4" name="Google Shape;2244;p9"/>
            <p:cNvSpPr/>
            <p:nvPr/>
          </p:nvSpPr>
          <p:spPr>
            <a:xfrm>
              <a:off x="434520" y="2844475"/>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5" name="Google Shape;2245;p9"/>
            <p:cNvSpPr/>
            <p:nvPr/>
          </p:nvSpPr>
          <p:spPr>
            <a:xfrm>
              <a:off x="467853" y="2877862"/>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9"/>
            <p:cNvSpPr/>
            <p:nvPr/>
          </p:nvSpPr>
          <p:spPr>
            <a:xfrm>
              <a:off x="501185" y="2911194"/>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9"/>
            <p:cNvSpPr/>
            <p:nvPr/>
          </p:nvSpPr>
          <p:spPr>
            <a:xfrm>
              <a:off x="534517" y="2944581"/>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8" name="Google Shape;2248;p9"/>
            <p:cNvSpPr/>
            <p:nvPr/>
          </p:nvSpPr>
          <p:spPr>
            <a:xfrm>
              <a:off x="567850" y="2977969"/>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9" name="Google Shape;2249;p9"/>
            <p:cNvSpPr/>
            <p:nvPr/>
          </p:nvSpPr>
          <p:spPr>
            <a:xfrm>
              <a:off x="601155" y="3011301"/>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9"/>
            <p:cNvSpPr/>
            <p:nvPr/>
          </p:nvSpPr>
          <p:spPr>
            <a:xfrm>
              <a:off x="301246" y="3657431"/>
              <a:ext cx="668333"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9"/>
            <p:cNvSpPr/>
            <p:nvPr/>
          </p:nvSpPr>
          <p:spPr>
            <a:xfrm>
              <a:off x="334578" y="3690845"/>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2" name="Google Shape;2252;p9"/>
            <p:cNvSpPr/>
            <p:nvPr/>
          </p:nvSpPr>
          <p:spPr>
            <a:xfrm>
              <a:off x="367883" y="3724205"/>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3" name="Google Shape;2253;p9"/>
            <p:cNvSpPr/>
            <p:nvPr/>
          </p:nvSpPr>
          <p:spPr>
            <a:xfrm>
              <a:off x="401215" y="3757565"/>
              <a:ext cx="468408" cy="468132"/>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9"/>
            <p:cNvSpPr/>
            <p:nvPr/>
          </p:nvSpPr>
          <p:spPr>
            <a:xfrm>
              <a:off x="434520" y="3790952"/>
              <a:ext cx="401803"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9"/>
            <p:cNvSpPr/>
            <p:nvPr/>
          </p:nvSpPr>
          <p:spPr>
            <a:xfrm>
              <a:off x="467853" y="3824312"/>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6" name="Google Shape;2256;p9"/>
            <p:cNvSpPr/>
            <p:nvPr/>
          </p:nvSpPr>
          <p:spPr>
            <a:xfrm>
              <a:off x="501185" y="3857699"/>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7" name="Google Shape;2257;p9"/>
            <p:cNvSpPr/>
            <p:nvPr/>
          </p:nvSpPr>
          <p:spPr>
            <a:xfrm>
              <a:off x="534517" y="3891059"/>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9"/>
            <p:cNvSpPr/>
            <p:nvPr/>
          </p:nvSpPr>
          <p:spPr>
            <a:xfrm>
              <a:off x="567850" y="3924419"/>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9" name="Google Shape;2259;p9"/>
            <p:cNvSpPr/>
            <p:nvPr/>
          </p:nvSpPr>
          <p:spPr>
            <a:xfrm>
              <a:off x="601155" y="3957806"/>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9"/>
            <p:cNvSpPr/>
            <p:nvPr/>
          </p:nvSpPr>
          <p:spPr>
            <a:xfrm>
              <a:off x="301246" y="4603936"/>
              <a:ext cx="668333"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9"/>
            <p:cNvSpPr/>
            <p:nvPr/>
          </p:nvSpPr>
          <p:spPr>
            <a:xfrm>
              <a:off x="334578" y="4637323"/>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9"/>
            <p:cNvSpPr/>
            <p:nvPr/>
          </p:nvSpPr>
          <p:spPr>
            <a:xfrm>
              <a:off x="367883" y="4670683"/>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9"/>
            <p:cNvSpPr/>
            <p:nvPr/>
          </p:nvSpPr>
          <p:spPr>
            <a:xfrm>
              <a:off x="401215" y="4704070"/>
              <a:ext cx="468408"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9"/>
            <p:cNvSpPr/>
            <p:nvPr/>
          </p:nvSpPr>
          <p:spPr>
            <a:xfrm>
              <a:off x="434520" y="4737430"/>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5" name="Google Shape;2265;p9"/>
            <p:cNvSpPr/>
            <p:nvPr/>
          </p:nvSpPr>
          <p:spPr>
            <a:xfrm>
              <a:off x="467853" y="4770790"/>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6" name="Google Shape;2266;p9"/>
            <p:cNvSpPr/>
            <p:nvPr/>
          </p:nvSpPr>
          <p:spPr>
            <a:xfrm>
              <a:off x="501185" y="4804177"/>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9"/>
            <p:cNvSpPr/>
            <p:nvPr/>
          </p:nvSpPr>
          <p:spPr>
            <a:xfrm>
              <a:off x="534517" y="4837537"/>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8" name="Google Shape;2268;p9"/>
            <p:cNvSpPr/>
            <p:nvPr/>
          </p:nvSpPr>
          <p:spPr>
            <a:xfrm>
              <a:off x="567822" y="4870897"/>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9" name="Google Shape;2269;p9"/>
            <p:cNvSpPr/>
            <p:nvPr/>
          </p:nvSpPr>
          <p:spPr>
            <a:xfrm>
              <a:off x="601155" y="4904284"/>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9"/>
            <p:cNvSpPr/>
            <p:nvPr/>
          </p:nvSpPr>
          <p:spPr>
            <a:xfrm>
              <a:off x="-169367" y="3184205"/>
              <a:ext cx="668333"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1" name="Google Shape;2271;p9"/>
            <p:cNvSpPr/>
            <p:nvPr/>
          </p:nvSpPr>
          <p:spPr>
            <a:xfrm>
              <a:off x="-136035" y="3217593"/>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2" name="Google Shape;2272;p9"/>
            <p:cNvSpPr/>
            <p:nvPr/>
          </p:nvSpPr>
          <p:spPr>
            <a:xfrm>
              <a:off x="-102703" y="3250980"/>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9"/>
            <p:cNvSpPr/>
            <p:nvPr/>
          </p:nvSpPr>
          <p:spPr>
            <a:xfrm>
              <a:off x="-69398" y="3284312"/>
              <a:ext cx="468353" cy="468132"/>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4" name="Google Shape;2274;p9"/>
            <p:cNvSpPr/>
            <p:nvPr/>
          </p:nvSpPr>
          <p:spPr>
            <a:xfrm>
              <a:off x="-36065" y="3317700"/>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9"/>
            <p:cNvSpPr/>
            <p:nvPr/>
          </p:nvSpPr>
          <p:spPr>
            <a:xfrm>
              <a:off x="-2733" y="3351087"/>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9"/>
            <p:cNvSpPr/>
            <p:nvPr/>
          </p:nvSpPr>
          <p:spPr>
            <a:xfrm>
              <a:off x="30572" y="3384419"/>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7" name="Google Shape;2277;p9"/>
            <p:cNvSpPr/>
            <p:nvPr/>
          </p:nvSpPr>
          <p:spPr>
            <a:xfrm>
              <a:off x="63904" y="3417834"/>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8" name="Google Shape;2278;p9"/>
            <p:cNvSpPr/>
            <p:nvPr/>
          </p:nvSpPr>
          <p:spPr>
            <a:xfrm>
              <a:off x="97237" y="3451221"/>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9"/>
            <p:cNvSpPr/>
            <p:nvPr/>
          </p:nvSpPr>
          <p:spPr>
            <a:xfrm>
              <a:off x="130541" y="3484581"/>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9"/>
            <p:cNvSpPr/>
            <p:nvPr/>
          </p:nvSpPr>
          <p:spPr>
            <a:xfrm>
              <a:off x="-169367" y="4130711"/>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9"/>
            <p:cNvSpPr/>
            <p:nvPr/>
          </p:nvSpPr>
          <p:spPr>
            <a:xfrm>
              <a:off x="-136062" y="4164043"/>
              <a:ext cx="601673" cy="601618"/>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9"/>
            <p:cNvSpPr/>
            <p:nvPr/>
          </p:nvSpPr>
          <p:spPr>
            <a:xfrm>
              <a:off x="-102703" y="4197430"/>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9"/>
            <p:cNvSpPr/>
            <p:nvPr/>
          </p:nvSpPr>
          <p:spPr>
            <a:xfrm>
              <a:off x="-69398" y="4230818"/>
              <a:ext cx="468353"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9"/>
            <p:cNvSpPr/>
            <p:nvPr/>
          </p:nvSpPr>
          <p:spPr>
            <a:xfrm>
              <a:off x="-36065" y="4264150"/>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9"/>
            <p:cNvSpPr/>
            <p:nvPr/>
          </p:nvSpPr>
          <p:spPr>
            <a:xfrm>
              <a:off x="-2733" y="4297537"/>
              <a:ext cx="335060" cy="334647"/>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9"/>
            <p:cNvSpPr/>
            <p:nvPr/>
          </p:nvSpPr>
          <p:spPr>
            <a:xfrm>
              <a:off x="30572" y="4330952"/>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7" name="Google Shape;2287;p9"/>
            <p:cNvSpPr/>
            <p:nvPr/>
          </p:nvSpPr>
          <p:spPr>
            <a:xfrm>
              <a:off x="63904" y="4364339"/>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8" name="Google Shape;2288;p9"/>
            <p:cNvSpPr/>
            <p:nvPr/>
          </p:nvSpPr>
          <p:spPr>
            <a:xfrm>
              <a:off x="97237" y="4397672"/>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9"/>
            <p:cNvSpPr/>
            <p:nvPr/>
          </p:nvSpPr>
          <p:spPr>
            <a:xfrm>
              <a:off x="130541" y="4431059"/>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0" name="Google Shape;2290;p9"/>
            <p:cNvSpPr/>
            <p:nvPr/>
          </p:nvSpPr>
          <p:spPr>
            <a:xfrm>
              <a:off x="-169367" y="5077161"/>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1" name="Google Shape;2291;p9"/>
            <p:cNvSpPr/>
            <p:nvPr/>
          </p:nvSpPr>
          <p:spPr>
            <a:xfrm>
              <a:off x="-136062" y="5110548"/>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9"/>
            <p:cNvSpPr/>
            <p:nvPr/>
          </p:nvSpPr>
          <p:spPr>
            <a:xfrm>
              <a:off x="-102703" y="5143908"/>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9"/>
            <p:cNvSpPr/>
            <p:nvPr/>
          </p:nvSpPr>
          <p:spPr>
            <a:xfrm>
              <a:off x="-69398" y="5177268"/>
              <a:ext cx="468353"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9"/>
            <p:cNvSpPr/>
            <p:nvPr/>
          </p:nvSpPr>
          <p:spPr>
            <a:xfrm>
              <a:off x="-36093" y="5210655"/>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9"/>
            <p:cNvSpPr/>
            <p:nvPr/>
          </p:nvSpPr>
          <p:spPr>
            <a:xfrm>
              <a:off x="-2733" y="5243987"/>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9"/>
            <p:cNvSpPr/>
            <p:nvPr/>
          </p:nvSpPr>
          <p:spPr>
            <a:xfrm>
              <a:off x="30572" y="5277375"/>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9"/>
            <p:cNvSpPr/>
            <p:nvPr/>
          </p:nvSpPr>
          <p:spPr>
            <a:xfrm>
              <a:off x="63904" y="5310789"/>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9"/>
            <p:cNvSpPr/>
            <p:nvPr/>
          </p:nvSpPr>
          <p:spPr>
            <a:xfrm>
              <a:off x="97237" y="5344149"/>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9"/>
            <p:cNvSpPr/>
            <p:nvPr/>
          </p:nvSpPr>
          <p:spPr>
            <a:xfrm>
              <a:off x="130541" y="5377509"/>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00" name="Google Shape;2300;p9"/>
          <p:cNvGrpSpPr/>
          <p:nvPr/>
        </p:nvGrpSpPr>
        <p:grpSpPr>
          <a:xfrm>
            <a:off x="8174427" y="-602000"/>
            <a:ext cx="1138946" cy="6347481"/>
            <a:chOff x="8174427" y="-602000"/>
            <a:chExt cx="1138946" cy="6347481"/>
          </a:xfrm>
        </p:grpSpPr>
        <p:sp>
          <p:nvSpPr>
            <p:cNvPr id="2301" name="Google Shape;2301;p9"/>
            <p:cNvSpPr/>
            <p:nvPr/>
          </p:nvSpPr>
          <p:spPr>
            <a:xfrm flipH="1">
              <a:off x="8174427" y="-128802"/>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9"/>
            <p:cNvSpPr/>
            <p:nvPr/>
          </p:nvSpPr>
          <p:spPr>
            <a:xfrm flipH="1">
              <a:off x="8207727" y="-95388"/>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9"/>
            <p:cNvSpPr/>
            <p:nvPr/>
          </p:nvSpPr>
          <p:spPr>
            <a:xfrm flipH="1">
              <a:off x="8241082" y="-62028"/>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9"/>
            <p:cNvSpPr/>
            <p:nvPr/>
          </p:nvSpPr>
          <p:spPr>
            <a:xfrm flipH="1">
              <a:off x="8274383" y="-28668"/>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9"/>
            <p:cNvSpPr/>
            <p:nvPr/>
          </p:nvSpPr>
          <p:spPr>
            <a:xfrm flipH="1">
              <a:off x="8307683" y="4719"/>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9"/>
            <p:cNvSpPr/>
            <p:nvPr/>
          </p:nvSpPr>
          <p:spPr>
            <a:xfrm flipH="1">
              <a:off x="8341065" y="38107"/>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9"/>
            <p:cNvSpPr/>
            <p:nvPr/>
          </p:nvSpPr>
          <p:spPr>
            <a:xfrm flipH="1">
              <a:off x="8374365" y="71439"/>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9"/>
            <p:cNvSpPr/>
            <p:nvPr/>
          </p:nvSpPr>
          <p:spPr>
            <a:xfrm flipH="1">
              <a:off x="8407693" y="104826"/>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9"/>
            <p:cNvSpPr/>
            <p:nvPr/>
          </p:nvSpPr>
          <p:spPr>
            <a:xfrm flipH="1">
              <a:off x="8441021" y="138214"/>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9"/>
            <p:cNvSpPr/>
            <p:nvPr/>
          </p:nvSpPr>
          <p:spPr>
            <a:xfrm flipH="1">
              <a:off x="8474321" y="171546"/>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1" name="Google Shape;2311;p9"/>
            <p:cNvSpPr/>
            <p:nvPr/>
          </p:nvSpPr>
          <p:spPr>
            <a:xfrm flipH="1">
              <a:off x="8174427" y="817675"/>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2" name="Google Shape;2312;p9"/>
            <p:cNvSpPr/>
            <p:nvPr/>
          </p:nvSpPr>
          <p:spPr>
            <a:xfrm flipH="1">
              <a:off x="8207727" y="851090"/>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9"/>
            <p:cNvSpPr/>
            <p:nvPr/>
          </p:nvSpPr>
          <p:spPr>
            <a:xfrm flipH="1">
              <a:off x="8241082" y="884450"/>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9"/>
            <p:cNvSpPr/>
            <p:nvPr/>
          </p:nvSpPr>
          <p:spPr>
            <a:xfrm flipH="1">
              <a:off x="8274383" y="917810"/>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9"/>
            <p:cNvSpPr/>
            <p:nvPr/>
          </p:nvSpPr>
          <p:spPr>
            <a:xfrm flipH="1">
              <a:off x="8307683" y="951197"/>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9"/>
            <p:cNvSpPr/>
            <p:nvPr/>
          </p:nvSpPr>
          <p:spPr>
            <a:xfrm flipH="1">
              <a:off x="8341065" y="984557"/>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9"/>
            <p:cNvSpPr/>
            <p:nvPr/>
          </p:nvSpPr>
          <p:spPr>
            <a:xfrm flipH="1">
              <a:off x="8374365" y="1017944"/>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9"/>
            <p:cNvSpPr/>
            <p:nvPr/>
          </p:nvSpPr>
          <p:spPr>
            <a:xfrm flipH="1">
              <a:off x="8407693" y="1051304"/>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9"/>
            <p:cNvSpPr/>
            <p:nvPr/>
          </p:nvSpPr>
          <p:spPr>
            <a:xfrm flipH="1">
              <a:off x="8441021" y="1084664"/>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9"/>
            <p:cNvSpPr/>
            <p:nvPr/>
          </p:nvSpPr>
          <p:spPr>
            <a:xfrm flipH="1">
              <a:off x="8474321" y="1118051"/>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9"/>
            <p:cNvSpPr/>
            <p:nvPr/>
          </p:nvSpPr>
          <p:spPr>
            <a:xfrm flipH="1">
              <a:off x="8174427" y="1764181"/>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9"/>
            <p:cNvSpPr/>
            <p:nvPr/>
          </p:nvSpPr>
          <p:spPr>
            <a:xfrm flipH="1">
              <a:off x="8207727" y="1797568"/>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9"/>
            <p:cNvSpPr/>
            <p:nvPr/>
          </p:nvSpPr>
          <p:spPr>
            <a:xfrm flipH="1">
              <a:off x="8241082" y="1830928"/>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9"/>
            <p:cNvSpPr/>
            <p:nvPr/>
          </p:nvSpPr>
          <p:spPr>
            <a:xfrm flipH="1">
              <a:off x="8274383" y="1864315"/>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9"/>
            <p:cNvSpPr/>
            <p:nvPr/>
          </p:nvSpPr>
          <p:spPr>
            <a:xfrm flipH="1">
              <a:off x="8307683" y="1897675"/>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9"/>
            <p:cNvSpPr/>
            <p:nvPr/>
          </p:nvSpPr>
          <p:spPr>
            <a:xfrm flipH="1">
              <a:off x="8341065" y="1931035"/>
              <a:ext cx="335088" cy="334648"/>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9"/>
            <p:cNvSpPr/>
            <p:nvPr/>
          </p:nvSpPr>
          <p:spPr>
            <a:xfrm flipH="1">
              <a:off x="8374365" y="1964422"/>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9"/>
            <p:cNvSpPr/>
            <p:nvPr/>
          </p:nvSpPr>
          <p:spPr>
            <a:xfrm flipH="1">
              <a:off x="8407693" y="1997782"/>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9"/>
            <p:cNvSpPr/>
            <p:nvPr/>
          </p:nvSpPr>
          <p:spPr>
            <a:xfrm flipH="1">
              <a:off x="8441021" y="2031141"/>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9"/>
            <p:cNvSpPr/>
            <p:nvPr/>
          </p:nvSpPr>
          <p:spPr>
            <a:xfrm flipH="1">
              <a:off x="8474321" y="2064529"/>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9"/>
            <p:cNvSpPr/>
            <p:nvPr/>
          </p:nvSpPr>
          <p:spPr>
            <a:xfrm flipH="1">
              <a:off x="8645040" y="-602000"/>
              <a:ext cx="668332"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9"/>
            <p:cNvSpPr/>
            <p:nvPr/>
          </p:nvSpPr>
          <p:spPr>
            <a:xfrm flipH="1">
              <a:off x="8678395" y="-568640"/>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9"/>
            <p:cNvSpPr/>
            <p:nvPr/>
          </p:nvSpPr>
          <p:spPr>
            <a:xfrm flipH="1">
              <a:off x="8711696" y="-535280"/>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9"/>
            <p:cNvSpPr/>
            <p:nvPr/>
          </p:nvSpPr>
          <p:spPr>
            <a:xfrm flipH="1">
              <a:off x="8745051" y="-501893"/>
              <a:ext cx="468352"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9"/>
            <p:cNvSpPr/>
            <p:nvPr/>
          </p:nvSpPr>
          <p:spPr>
            <a:xfrm flipH="1">
              <a:off x="8778351" y="-468533"/>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9"/>
            <p:cNvSpPr/>
            <p:nvPr/>
          </p:nvSpPr>
          <p:spPr>
            <a:xfrm flipH="1">
              <a:off x="8811651" y="-435173"/>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9"/>
            <p:cNvSpPr/>
            <p:nvPr/>
          </p:nvSpPr>
          <p:spPr>
            <a:xfrm flipH="1">
              <a:off x="8844979" y="-401759"/>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9"/>
            <p:cNvSpPr/>
            <p:nvPr/>
          </p:nvSpPr>
          <p:spPr>
            <a:xfrm flipH="1">
              <a:off x="8878306" y="-368399"/>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9"/>
            <p:cNvSpPr/>
            <p:nvPr/>
          </p:nvSpPr>
          <p:spPr>
            <a:xfrm flipH="1">
              <a:off x="8911634" y="-335012"/>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9"/>
            <p:cNvSpPr/>
            <p:nvPr/>
          </p:nvSpPr>
          <p:spPr>
            <a:xfrm flipH="1">
              <a:off x="8944934" y="-301679"/>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9"/>
            <p:cNvSpPr/>
            <p:nvPr/>
          </p:nvSpPr>
          <p:spPr>
            <a:xfrm flipH="1">
              <a:off x="8645040" y="344450"/>
              <a:ext cx="668332"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9"/>
            <p:cNvSpPr/>
            <p:nvPr/>
          </p:nvSpPr>
          <p:spPr>
            <a:xfrm flipH="1">
              <a:off x="8678395" y="377838"/>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9"/>
            <p:cNvSpPr/>
            <p:nvPr/>
          </p:nvSpPr>
          <p:spPr>
            <a:xfrm flipH="1">
              <a:off x="8711696" y="411225"/>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9"/>
            <p:cNvSpPr/>
            <p:nvPr/>
          </p:nvSpPr>
          <p:spPr>
            <a:xfrm flipH="1">
              <a:off x="8745051" y="444557"/>
              <a:ext cx="468352" cy="468133"/>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9"/>
            <p:cNvSpPr/>
            <p:nvPr/>
          </p:nvSpPr>
          <p:spPr>
            <a:xfrm flipH="1">
              <a:off x="8778351" y="477944"/>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9"/>
            <p:cNvSpPr/>
            <p:nvPr/>
          </p:nvSpPr>
          <p:spPr>
            <a:xfrm flipH="1">
              <a:off x="8811651" y="511332"/>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9"/>
            <p:cNvSpPr/>
            <p:nvPr/>
          </p:nvSpPr>
          <p:spPr>
            <a:xfrm flipH="1">
              <a:off x="8844979" y="544664"/>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9"/>
            <p:cNvSpPr/>
            <p:nvPr/>
          </p:nvSpPr>
          <p:spPr>
            <a:xfrm flipH="1">
              <a:off x="8878306" y="578079"/>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9"/>
            <p:cNvSpPr/>
            <p:nvPr/>
          </p:nvSpPr>
          <p:spPr>
            <a:xfrm flipH="1">
              <a:off x="8911634" y="611466"/>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9"/>
            <p:cNvSpPr/>
            <p:nvPr/>
          </p:nvSpPr>
          <p:spPr>
            <a:xfrm flipH="1">
              <a:off x="8944934" y="644826"/>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9"/>
            <p:cNvSpPr/>
            <p:nvPr/>
          </p:nvSpPr>
          <p:spPr>
            <a:xfrm flipH="1">
              <a:off x="8645068" y="1290955"/>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9"/>
            <p:cNvSpPr/>
            <p:nvPr/>
          </p:nvSpPr>
          <p:spPr>
            <a:xfrm flipH="1">
              <a:off x="8678395" y="1324288"/>
              <a:ext cx="601673" cy="601617"/>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9"/>
            <p:cNvSpPr/>
            <p:nvPr/>
          </p:nvSpPr>
          <p:spPr>
            <a:xfrm flipH="1">
              <a:off x="8711696" y="1357675"/>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9"/>
            <p:cNvSpPr/>
            <p:nvPr/>
          </p:nvSpPr>
          <p:spPr>
            <a:xfrm flipH="1">
              <a:off x="8745051" y="1391062"/>
              <a:ext cx="468352"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9"/>
            <p:cNvSpPr/>
            <p:nvPr/>
          </p:nvSpPr>
          <p:spPr>
            <a:xfrm flipH="1">
              <a:off x="8778351" y="1424395"/>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9"/>
            <p:cNvSpPr/>
            <p:nvPr/>
          </p:nvSpPr>
          <p:spPr>
            <a:xfrm flipH="1">
              <a:off x="8811679" y="1457782"/>
              <a:ext cx="335060" cy="334648"/>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9"/>
            <p:cNvSpPr/>
            <p:nvPr/>
          </p:nvSpPr>
          <p:spPr>
            <a:xfrm flipH="1">
              <a:off x="8844979" y="1491197"/>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9"/>
            <p:cNvSpPr/>
            <p:nvPr/>
          </p:nvSpPr>
          <p:spPr>
            <a:xfrm flipH="1">
              <a:off x="8878306" y="1524584"/>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9"/>
            <p:cNvSpPr/>
            <p:nvPr/>
          </p:nvSpPr>
          <p:spPr>
            <a:xfrm flipH="1">
              <a:off x="8911634" y="1557916"/>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9"/>
            <p:cNvSpPr/>
            <p:nvPr/>
          </p:nvSpPr>
          <p:spPr>
            <a:xfrm flipH="1">
              <a:off x="8944934" y="1591304"/>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9"/>
            <p:cNvSpPr/>
            <p:nvPr/>
          </p:nvSpPr>
          <p:spPr>
            <a:xfrm flipH="1">
              <a:off x="8645068" y="2237406"/>
              <a:ext cx="668305" cy="668333"/>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9"/>
            <p:cNvSpPr/>
            <p:nvPr/>
          </p:nvSpPr>
          <p:spPr>
            <a:xfrm flipH="1">
              <a:off x="8678395" y="2270793"/>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9"/>
            <p:cNvSpPr/>
            <p:nvPr/>
          </p:nvSpPr>
          <p:spPr>
            <a:xfrm flipH="1">
              <a:off x="8711723" y="2304153"/>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9"/>
            <p:cNvSpPr/>
            <p:nvPr/>
          </p:nvSpPr>
          <p:spPr>
            <a:xfrm flipH="1">
              <a:off x="8745051" y="2337513"/>
              <a:ext cx="468352" cy="468133"/>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9"/>
            <p:cNvSpPr/>
            <p:nvPr/>
          </p:nvSpPr>
          <p:spPr>
            <a:xfrm flipH="1">
              <a:off x="8778351" y="2370900"/>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9"/>
            <p:cNvSpPr/>
            <p:nvPr/>
          </p:nvSpPr>
          <p:spPr>
            <a:xfrm flipH="1">
              <a:off x="8811679" y="2404232"/>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9"/>
            <p:cNvSpPr/>
            <p:nvPr/>
          </p:nvSpPr>
          <p:spPr>
            <a:xfrm flipH="1">
              <a:off x="8844979" y="2437619"/>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9"/>
            <p:cNvSpPr/>
            <p:nvPr/>
          </p:nvSpPr>
          <p:spPr>
            <a:xfrm flipH="1">
              <a:off x="8878306" y="2471034"/>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9"/>
            <p:cNvSpPr/>
            <p:nvPr/>
          </p:nvSpPr>
          <p:spPr>
            <a:xfrm flipH="1">
              <a:off x="8911634" y="2504394"/>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9"/>
            <p:cNvSpPr/>
            <p:nvPr/>
          </p:nvSpPr>
          <p:spPr>
            <a:xfrm flipH="1">
              <a:off x="8944934" y="2537754"/>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9"/>
            <p:cNvSpPr/>
            <p:nvPr/>
          </p:nvSpPr>
          <p:spPr>
            <a:xfrm flipH="1">
              <a:off x="8174427" y="2710940"/>
              <a:ext cx="668332" cy="668332"/>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9"/>
            <p:cNvSpPr/>
            <p:nvPr/>
          </p:nvSpPr>
          <p:spPr>
            <a:xfrm flipH="1">
              <a:off x="8207727" y="2744355"/>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9"/>
            <p:cNvSpPr/>
            <p:nvPr/>
          </p:nvSpPr>
          <p:spPr>
            <a:xfrm flipH="1">
              <a:off x="8241082" y="2777715"/>
              <a:ext cx="535040" cy="534847"/>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9"/>
            <p:cNvSpPr/>
            <p:nvPr/>
          </p:nvSpPr>
          <p:spPr>
            <a:xfrm flipH="1">
              <a:off x="8274383" y="2811075"/>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9"/>
            <p:cNvSpPr/>
            <p:nvPr/>
          </p:nvSpPr>
          <p:spPr>
            <a:xfrm flipH="1">
              <a:off x="8307683" y="2844462"/>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9"/>
            <p:cNvSpPr/>
            <p:nvPr/>
          </p:nvSpPr>
          <p:spPr>
            <a:xfrm flipH="1">
              <a:off x="8341065" y="2877849"/>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9"/>
            <p:cNvSpPr/>
            <p:nvPr/>
          </p:nvSpPr>
          <p:spPr>
            <a:xfrm flipH="1">
              <a:off x="8374365" y="2911182"/>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9"/>
            <p:cNvSpPr/>
            <p:nvPr/>
          </p:nvSpPr>
          <p:spPr>
            <a:xfrm flipH="1">
              <a:off x="8407693" y="294456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9"/>
            <p:cNvSpPr/>
            <p:nvPr/>
          </p:nvSpPr>
          <p:spPr>
            <a:xfrm flipH="1">
              <a:off x="8441021" y="2977956"/>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9"/>
            <p:cNvSpPr/>
            <p:nvPr/>
          </p:nvSpPr>
          <p:spPr>
            <a:xfrm flipH="1">
              <a:off x="8474321" y="3011289"/>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9"/>
            <p:cNvSpPr/>
            <p:nvPr/>
          </p:nvSpPr>
          <p:spPr>
            <a:xfrm flipH="1">
              <a:off x="8174427" y="3657418"/>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9"/>
            <p:cNvSpPr/>
            <p:nvPr/>
          </p:nvSpPr>
          <p:spPr>
            <a:xfrm flipH="1">
              <a:off x="8207727" y="3690833"/>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9"/>
            <p:cNvSpPr/>
            <p:nvPr/>
          </p:nvSpPr>
          <p:spPr>
            <a:xfrm flipH="1">
              <a:off x="8241082" y="3724193"/>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9"/>
            <p:cNvSpPr/>
            <p:nvPr/>
          </p:nvSpPr>
          <p:spPr>
            <a:xfrm flipH="1">
              <a:off x="8274383" y="3757552"/>
              <a:ext cx="468407" cy="468132"/>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9"/>
            <p:cNvSpPr/>
            <p:nvPr/>
          </p:nvSpPr>
          <p:spPr>
            <a:xfrm flipH="1">
              <a:off x="8307683" y="3790940"/>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9"/>
            <p:cNvSpPr/>
            <p:nvPr/>
          </p:nvSpPr>
          <p:spPr>
            <a:xfrm flipH="1">
              <a:off x="8341065" y="3824300"/>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9"/>
            <p:cNvSpPr/>
            <p:nvPr/>
          </p:nvSpPr>
          <p:spPr>
            <a:xfrm flipH="1">
              <a:off x="8374365" y="3857687"/>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9"/>
            <p:cNvSpPr/>
            <p:nvPr/>
          </p:nvSpPr>
          <p:spPr>
            <a:xfrm flipH="1">
              <a:off x="8407693" y="3891047"/>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9"/>
            <p:cNvSpPr/>
            <p:nvPr/>
          </p:nvSpPr>
          <p:spPr>
            <a:xfrm flipH="1">
              <a:off x="8441021" y="3924406"/>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9"/>
            <p:cNvSpPr/>
            <p:nvPr/>
          </p:nvSpPr>
          <p:spPr>
            <a:xfrm flipH="1">
              <a:off x="8474321" y="3957794"/>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9"/>
            <p:cNvSpPr/>
            <p:nvPr/>
          </p:nvSpPr>
          <p:spPr>
            <a:xfrm flipH="1">
              <a:off x="8174427" y="4603923"/>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9"/>
            <p:cNvSpPr/>
            <p:nvPr/>
          </p:nvSpPr>
          <p:spPr>
            <a:xfrm flipH="1">
              <a:off x="8207727" y="4637311"/>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9"/>
            <p:cNvSpPr/>
            <p:nvPr/>
          </p:nvSpPr>
          <p:spPr>
            <a:xfrm flipH="1">
              <a:off x="8241082" y="4670670"/>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9"/>
            <p:cNvSpPr/>
            <p:nvPr/>
          </p:nvSpPr>
          <p:spPr>
            <a:xfrm flipH="1">
              <a:off x="8274383" y="4704058"/>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2395;p9"/>
            <p:cNvSpPr/>
            <p:nvPr/>
          </p:nvSpPr>
          <p:spPr>
            <a:xfrm flipH="1">
              <a:off x="8307683" y="4737417"/>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9"/>
            <p:cNvSpPr/>
            <p:nvPr/>
          </p:nvSpPr>
          <p:spPr>
            <a:xfrm flipH="1">
              <a:off x="8341065" y="4770777"/>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9"/>
            <p:cNvSpPr/>
            <p:nvPr/>
          </p:nvSpPr>
          <p:spPr>
            <a:xfrm flipH="1">
              <a:off x="8374365" y="4804165"/>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9"/>
            <p:cNvSpPr/>
            <p:nvPr/>
          </p:nvSpPr>
          <p:spPr>
            <a:xfrm flipH="1">
              <a:off x="8407693" y="4837524"/>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9"/>
            <p:cNvSpPr/>
            <p:nvPr/>
          </p:nvSpPr>
          <p:spPr>
            <a:xfrm flipH="1">
              <a:off x="8441021" y="4870884"/>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9"/>
            <p:cNvSpPr/>
            <p:nvPr/>
          </p:nvSpPr>
          <p:spPr>
            <a:xfrm flipH="1">
              <a:off x="8474321" y="4904271"/>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9"/>
            <p:cNvSpPr/>
            <p:nvPr/>
          </p:nvSpPr>
          <p:spPr>
            <a:xfrm flipH="1">
              <a:off x="8645040" y="3184193"/>
              <a:ext cx="668332"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9"/>
            <p:cNvSpPr/>
            <p:nvPr/>
          </p:nvSpPr>
          <p:spPr>
            <a:xfrm flipH="1">
              <a:off x="8678395" y="3217580"/>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9"/>
            <p:cNvSpPr/>
            <p:nvPr/>
          </p:nvSpPr>
          <p:spPr>
            <a:xfrm flipH="1">
              <a:off x="8711696" y="3250968"/>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9"/>
            <p:cNvSpPr/>
            <p:nvPr/>
          </p:nvSpPr>
          <p:spPr>
            <a:xfrm flipH="1">
              <a:off x="8745051" y="3284300"/>
              <a:ext cx="468352" cy="468132"/>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9"/>
            <p:cNvSpPr/>
            <p:nvPr/>
          </p:nvSpPr>
          <p:spPr>
            <a:xfrm flipH="1">
              <a:off x="8778351" y="3317687"/>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9"/>
            <p:cNvSpPr/>
            <p:nvPr/>
          </p:nvSpPr>
          <p:spPr>
            <a:xfrm flipH="1">
              <a:off x="8811651" y="3351074"/>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9"/>
            <p:cNvSpPr/>
            <p:nvPr/>
          </p:nvSpPr>
          <p:spPr>
            <a:xfrm flipH="1">
              <a:off x="8844979" y="3384407"/>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9"/>
            <p:cNvSpPr/>
            <p:nvPr/>
          </p:nvSpPr>
          <p:spPr>
            <a:xfrm flipH="1">
              <a:off x="8878306" y="3417822"/>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9"/>
            <p:cNvSpPr/>
            <p:nvPr/>
          </p:nvSpPr>
          <p:spPr>
            <a:xfrm flipH="1">
              <a:off x="8911634" y="3451209"/>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9"/>
            <p:cNvSpPr/>
            <p:nvPr/>
          </p:nvSpPr>
          <p:spPr>
            <a:xfrm flipH="1">
              <a:off x="8944934" y="3484569"/>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9"/>
            <p:cNvSpPr/>
            <p:nvPr/>
          </p:nvSpPr>
          <p:spPr>
            <a:xfrm flipH="1">
              <a:off x="8645068" y="4130698"/>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9"/>
            <p:cNvSpPr/>
            <p:nvPr/>
          </p:nvSpPr>
          <p:spPr>
            <a:xfrm flipH="1">
              <a:off x="8678395" y="4164030"/>
              <a:ext cx="601673" cy="601618"/>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9"/>
            <p:cNvSpPr/>
            <p:nvPr/>
          </p:nvSpPr>
          <p:spPr>
            <a:xfrm flipH="1">
              <a:off x="8711696" y="4197418"/>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9"/>
            <p:cNvSpPr/>
            <p:nvPr/>
          </p:nvSpPr>
          <p:spPr>
            <a:xfrm flipH="1">
              <a:off x="8745051" y="4230805"/>
              <a:ext cx="468352"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9"/>
            <p:cNvSpPr/>
            <p:nvPr/>
          </p:nvSpPr>
          <p:spPr>
            <a:xfrm flipH="1">
              <a:off x="8778351" y="4264137"/>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9"/>
            <p:cNvSpPr/>
            <p:nvPr/>
          </p:nvSpPr>
          <p:spPr>
            <a:xfrm flipH="1">
              <a:off x="8811679" y="4297525"/>
              <a:ext cx="335060" cy="334647"/>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9"/>
            <p:cNvSpPr/>
            <p:nvPr/>
          </p:nvSpPr>
          <p:spPr>
            <a:xfrm flipH="1">
              <a:off x="8844979" y="4330939"/>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9"/>
            <p:cNvSpPr/>
            <p:nvPr/>
          </p:nvSpPr>
          <p:spPr>
            <a:xfrm flipH="1">
              <a:off x="8878306" y="4364327"/>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9"/>
            <p:cNvSpPr/>
            <p:nvPr/>
          </p:nvSpPr>
          <p:spPr>
            <a:xfrm flipH="1">
              <a:off x="8911634" y="4397659"/>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9"/>
            <p:cNvSpPr/>
            <p:nvPr/>
          </p:nvSpPr>
          <p:spPr>
            <a:xfrm flipH="1">
              <a:off x="8944934" y="4431046"/>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9"/>
            <p:cNvSpPr/>
            <p:nvPr/>
          </p:nvSpPr>
          <p:spPr>
            <a:xfrm flipH="1">
              <a:off x="8645068" y="5077148"/>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9"/>
            <p:cNvSpPr/>
            <p:nvPr/>
          </p:nvSpPr>
          <p:spPr>
            <a:xfrm flipH="1">
              <a:off x="8678395" y="5110536"/>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9"/>
            <p:cNvSpPr/>
            <p:nvPr/>
          </p:nvSpPr>
          <p:spPr>
            <a:xfrm flipH="1">
              <a:off x="8711723" y="5143895"/>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9"/>
            <p:cNvSpPr/>
            <p:nvPr/>
          </p:nvSpPr>
          <p:spPr>
            <a:xfrm flipH="1">
              <a:off x="8745051" y="5177255"/>
              <a:ext cx="468352"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9"/>
            <p:cNvSpPr/>
            <p:nvPr/>
          </p:nvSpPr>
          <p:spPr>
            <a:xfrm flipH="1">
              <a:off x="8778351" y="5210643"/>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9"/>
            <p:cNvSpPr/>
            <p:nvPr/>
          </p:nvSpPr>
          <p:spPr>
            <a:xfrm flipH="1">
              <a:off x="8811679" y="5243975"/>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9"/>
            <p:cNvSpPr/>
            <p:nvPr/>
          </p:nvSpPr>
          <p:spPr>
            <a:xfrm flipH="1">
              <a:off x="8844979" y="5277362"/>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9"/>
            <p:cNvSpPr/>
            <p:nvPr/>
          </p:nvSpPr>
          <p:spPr>
            <a:xfrm flipH="1">
              <a:off x="8878306" y="5310777"/>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9"/>
            <p:cNvSpPr/>
            <p:nvPr/>
          </p:nvSpPr>
          <p:spPr>
            <a:xfrm flipH="1">
              <a:off x="8911634" y="5344137"/>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9"/>
            <p:cNvSpPr/>
            <p:nvPr/>
          </p:nvSpPr>
          <p:spPr>
            <a:xfrm flipH="1">
              <a:off x="8944934" y="5377496"/>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71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3061"/>
        <p:cNvGrpSpPr/>
        <p:nvPr/>
      </p:nvGrpSpPr>
      <p:grpSpPr>
        <a:xfrm>
          <a:off x="0" y="0"/>
          <a:ext cx="0" cy="0"/>
          <a:chOff x="0" y="0"/>
          <a:chExt cx="0" cy="0"/>
        </a:xfrm>
      </p:grpSpPr>
      <p:sp>
        <p:nvSpPr>
          <p:cNvPr id="3062" name="Google Shape;3062;p14"/>
          <p:cNvSpPr txBox="1">
            <a:spLocks noGrp="1"/>
          </p:cNvSpPr>
          <p:nvPr>
            <p:ph type="title"/>
          </p:nvPr>
        </p:nvSpPr>
        <p:spPr>
          <a:xfrm rot="-1103">
            <a:off x="720000" y="3467800"/>
            <a:ext cx="3739200" cy="482100"/>
          </a:xfrm>
          <a:prstGeom prst="rect">
            <a:avLst/>
          </a:prstGeom>
          <a:noFill/>
          <a:ln>
            <a:noFill/>
          </a:ln>
        </p:spPr>
        <p:txBody>
          <a:bodyPr spcFirstLastPara="1" wrap="square" lIns="91425" tIns="91425" rIns="91425" bIns="91425" anchor="t" anchorCtr="0">
            <a:noAutofit/>
          </a:bodyPr>
          <a:lstStyle>
            <a:lvl1pPr lvl="0" algn="l" rtl="0">
              <a:spcBef>
                <a:spcPts val="0"/>
              </a:spcBef>
              <a:spcAft>
                <a:spcPts val="0"/>
              </a:spcAft>
              <a:buSzPts val="1800"/>
              <a:buNone/>
              <a:defRPr sz="20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063" name="Google Shape;3063;p14"/>
          <p:cNvSpPr txBox="1">
            <a:spLocks noGrp="1"/>
          </p:cNvSpPr>
          <p:nvPr>
            <p:ph type="subTitle" idx="1"/>
          </p:nvPr>
        </p:nvSpPr>
        <p:spPr>
          <a:xfrm>
            <a:off x="720097" y="1193000"/>
            <a:ext cx="5083800" cy="2274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30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3064" name="Google Shape;3064;p14"/>
          <p:cNvGrpSpPr/>
          <p:nvPr/>
        </p:nvGrpSpPr>
        <p:grpSpPr>
          <a:xfrm>
            <a:off x="5944487" y="-602000"/>
            <a:ext cx="3509436" cy="6347493"/>
            <a:chOff x="5944487" y="-602000"/>
            <a:chExt cx="3509436" cy="6347493"/>
          </a:xfrm>
        </p:grpSpPr>
        <p:sp>
          <p:nvSpPr>
            <p:cNvPr id="3065" name="Google Shape;3065;p14"/>
            <p:cNvSpPr/>
            <p:nvPr/>
          </p:nvSpPr>
          <p:spPr>
            <a:xfrm flipH="1">
              <a:off x="7840184" y="-602000"/>
              <a:ext cx="668332"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14"/>
            <p:cNvSpPr/>
            <p:nvPr/>
          </p:nvSpPr>
          <p:spPr>
            <a:xfrm flipH="1">
              <a:off x="7873484" y="-568640"/>
              <a:ext cx="601727"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14"/>
            <p:cNvSpPr/>
            <p:nvPr/>
          </p:nvSpPr>
          <p:spPr>
            <a:xfrm flipH="1">
              <a:off x="7906839" y="-535280"/>
              <a:ext cx="535013"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14"/>
            <p:cNvSpPr/>
            <p:nvPr/>
          </p:nvSpPr>
          <p:spPr>
            <a:xfrm flipH="1">
              <a:off x="7940139" y="-501893"/>
              <a:ext cx="468407"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14"/>
            <p:cNvSpPr/>
            <p:nvPr/>
          </p:nvSpPr>
          <p:spPr>
            <a:xfrm flipH="1">
              <a:off x="7973439" y="-468533"/>
              <a:ext cx="401802"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14"/>
            <p:cNvSpPr/>
            <p:nvPr/>
          </p:nvSpPr>
          <p:spPr>
            <a:xfrm flipH="1">
              <a:off x="8006794" y="-435173"/>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14"/>
            <p:cNvSpPr/>
            <p:nvPr/>
          </p:nvSpPr>
          <p:spPr>
            <a:xfrm flipH="1">
              <a:off x="8040094" y="-401759"/>
              <a:ext cx="268482"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14"/>
            <p:cNvSpPr/>
            <p:nvPr/>
          </p:nvSpPr>
          <p:spPr>
            <a:xfrm flipH="1">
              <a:off x="8073395" y="-368399"/>
              <a:ext cx="201877"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14"/>
            <p:cNvSpPr/>
            <p:nvPr/>
          </p:nvSpPr>
          <p:spPr>
            <a:xfrm flipH="1">
              <a:off x="8106750" y="-335012"/>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14"/>
            <p:cNvSpPr/>
            <p:nvPr/>
          </p:nvSpPr>
          <p:spPr>
            <a:xfrm flipH="1">
              <a:off x="8140050" y="-301679"/>
              <a:ext cx="68557"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14"/>
            <p:cNvSpPr/>
            <p:nvPr/>
          </p:nvSpPr>
          <p:spPr>
            <a:xfrm flipH="1">
              <a:off x="7366958" y="-128802"/>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14"/>
            <p:cNvSpPr/>
            <p:nvPr/>
          </p:nvSpPr>
          <p:spPr>
            <a:xfrm flipH="1">
              <a:off x="7400285" y="-95388"/>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14"/>
            <p:cNvSpPr/>
            <p:nvPr/>
          </p:nvSpPr>
          <p:spPr>
            <a:xfrm flipH="1">
              <a:off x="7433586" y="-62028"/>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14"/>
            <p:cNvSpPr/>
            <p:nvPr/>
          </p:nvSpPr>
          <p:spPr>
            <a:xfrm flipH="1">
              <a:off x="7466913" y="-28668"/>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14"/>
            <p:cNvSpPr/>
            <p:nvPr/>
          </p:nvSpPr>
          <p:spPr>
            <a:xfrm flipH="1">
              <a:off x="7500241" y="4719"/>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14"/>
            <p:cNvSpPr/>
            <p:nvPr/>
          </p:nvSpPr>
          <p:spPr>
            <a:xfrm flipH="1">
              <a:off x="7533568" y="38107"/>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14"/>
            <p:cNvSpPr/>
            <p:nvPr/>
          </p:nvSpPr>
          <p:spPr>
            <a:xfrm flipH="1">
              <a:off x="7566869" y="71439"/>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14"/>
            <p:cNvSpPr/>
            <p:nvPr/>
          </p:nvSpPr>
          <p:spPr>
            <a:xfrm flipH="1">
              <a:off x="7600196" y="104826"/>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14"/>
            <p:cNvSpPr/>
            <p:nvPr/>
          </p:nvSpPr>
          <p:spPr>
            <a:xfrm flipH="1">
              <a:off x="7633524" y="138214"/>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14"/>
            <p:cNvSpPr/>
            <p:nvPr/>
          </p:nvSpPr>
          <p:spPr>
            <a:xfrm flipH="1">
              <a:off x="7666824" y="171546"/>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14"/>
            <p:cNvSpPr/>
            <p:nvPr/>
          </p:nvSpPr>
          <p:spPr>
            <a:xfrm flipH="1">
              <a:off x="8314977" y="-128802"/>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14"/>
            <p:cNvSpPr/>
            <p:nvPr/>
          </p:nvSpPr>
          <p:spPr>
            <a:xfrm flipH="1">
              <a:off x="8348277" y="-95388"/>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14"/>
            <p:cNvSpPr/>
            <p:nvPr/>
          </p:nvSpPr>
          <p:spPr>
            <a:xfrm flipH="1">
              <a:off x="8381632" y="-62028"/>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14"/>
            <p:cNvSpPr/>
            <p:nvPr/>
          </p:nvSpPr>
          <p:spPr>
            <a:xfrm flipH="1">
              <a:off x="8414933" y="-28668"/>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14"/>
            <p:cNvSpPr/>
            <p:nvPr/>
          </p:nvSpPr>
          <p:spPr>
            <a:xfrm flipH="1">
              <a:off x="8448233" y="4719"/>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14"/>
            <p:cNvSpPr/>
            <p:nvPr/>
          </p:nvSpPr>
          <p:spPr>
            <a:xfrm flipH="1">
              <a:off x="8481615" y="38107"/>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14"/>
            <p:cNvSpPr/>
            <p:nvPr/>
          </p:nvSpPr>
          <p:spPr>
            <a:xfrm flipH="1">
              <a:off x="8514915" y="71439"/>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14"/>
            <p:cNvSpPr/>
            <p:nvPr/>
          </p:nvSpPr>
          <p:spPr>
            <a:xfrm flipH="1">
              <a:off x="8548243" y="104826"/>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14"/>
            <p:cNvSpPr/>
            <p:nvPr/>
          </p:nvSpPr>
          <p:spPr>
            <a:xfrm flipH="1">
              <a:off x="8581571" y="138214"/>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14"/>
            <p:cNvSpPr/>
            <p:nvPr/>
          </p:nvSpPr>
          <p:spPr>
            <a:xfrm flipH="1">
              <a:off x="8614871" y="171546"/>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14"/>
            <p:cNvSpPr/>
            <p:nvPr/>
          </p:nvSpPr>
          <p:spPr>
            <a:xfrm flipH="1">
              <a:off x="8314977" y="817675"/>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14"/>
            <p:cNvSpPr/>
            <p:nvPr/>
          </p:nvSpPr>
          <p:spPr>
            <a:xfrm flipH="1">
              <a:off x="8348277" y="851090"/>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14"/>
            <p:cNvSpPr/>
            <p:nvPr/>
          </p:nvSpPr>
          <p:spPr>
            <a:xfrm flipH="1">
              <a:off x="8381632" y="884450"/>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14"/>
            <p:cNvSpPr/>
            <p:nvPr/>
          </p:nvSpPr>
          <p:spPr>
            <a:xfrm flipH="1">
              <a:off x="8414933" y="917810"/>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14"/>
            <p:cNvSpPr/>
            <p:nvPr/>
          </p:nvSpPr>
          <p:spPr>
            <a:xfrm flipH="1">
              <a:off x="8448233" y="951197"/>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14"/>
            <p:cNvSpPr/>
            <p:nvPr/>
          </p:nvSpPr>
          <p:spPr>
            <a:xfrm flipH="1">
              <a:off x="8481615" y="984557"/>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14"/>
            <p:cNvSpPr/>
            <p:nvPr/>
          </p:nvSpPr>
          <p:spPr>
            <a:xfrm flipH="1">
              <a:off x="8514915" y="1017944"/>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14"/>
            <p:cNvSpPr/>
            <p:nvPr/>
          </p:nvSpPr>
          <p:spPr>
            <a:xfrm flipH="1">
              <a:off x="8548243" y="1051304"/>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14"/>
            <p:cNvSpPr/>
            <p:nvPr/>
          </p:nvSpPr>
          <p:spPr>
            <a:xfrm flipH="1">
              <a:off x="8581571" y="1084664"/>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14"/>
            <p:cNvSpPr/>
            <p:nvPr/>
          </p:nvSpPr>
          <p:spPr>
            <a:xfrm flipH="1">
              <a:off x="8614871" y="1118051"/>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14"/>
            <p:cNvSpPr/>
            <p:nvPr/>
          </p:nvSpPr>
          <p:spPr>
            <a:xfrm flipH="1">
              <a:off x="8314977" y="1764181"/>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14"/>
            <p:cNvSpPr/>
            <p:nvPr/>
          </p:nvSpPr>
          <p:spPr>
            <a:xfrm flipH="1">
              <a:off x="8348277" y="1797568"/>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14"/>
            <p:cNvSpPr/>
            <p:nvPr/>
          </p:nvSpPr>
          <p:spPr>
            <a:xfrm flipH="1">
              <a:off x="8381632" y="1830928"/>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14"/>
            <p:cNvSpPr/>
            <p:nvPr/>
          </p:nvSpPr>
          <p:spPr>
            <a:xfrm flipH="1">
              <a:off x="8414933" y="1864315"/>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14"/>
            <p:cNvSpPr/>
            <p:nvPr/>
          </p:nvSpPr>
          <p:spPr>
            <a:xfrm flipH="1">
              <a:off x="8448233" y="1897675"/>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14"/>
            <p:cNvSpPr/>
            <p:nvPr/>
          </p:nvSpPr>
          <p:spPr>
            <a:xfrm flipH="1">
              <a:off x="8481615" y="1931035"/>
              <a:ext cx="335088" cy="334648"/>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14"/>
            <p:cNvSpPr/>
            <p:nvPr/>
          </p:nvSpPr>
          <p:spPr>
            <a:xfrm flipH="1">
              <a:off x="8514915" y="1964422"/>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14"/>
            <p:cNvSpPr/>
            <p:nvPr/>
          </p:nvSpPr>
          <p:spPr>
            <a:xfrm flipH="1">
              <a:off x="8548243" y="1997782"/>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14"/>
            <p:cNvSpPr/>
            <p:nvPr/>
          </p:nvSpPr>
          <p:spPr>
            <a:xfrm flipH="1">
              <a:off x="8581571" y="2031141"/>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14"/>
            <p:cNvSpPr/>
            <p:nvPr/>
          </p:nvSpPr>
          <p:spPr>
            <a:xfrm flipH="1">
              <a:off x="8614871" y="2064529"/>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14"/>
            <p:cNvSpPr/>
            <p:nvPr/>
          </p:nvSpPr>
          <p:spPr>
            <a:xfrm flipH="1">
              <a:off x="8785590" y="-602000"/>
              <a:ext cx="668332"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14"/>
            <p:cNvSpPr/>
            <p:nvPr/>
          </p:nvSpPr>
          <p:spPr>
            <a:xfrm flipH="1">
              <a:off x="8818945" y="-568640"/>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14"/>
            <p:cNvSpPr/>
            <p:nvPr/>
          </p:nvSpPr>
          <p:spPr>
            <a:xfrm flipH="1">
              <a:off x="8852246" y="-535280"/>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14"/>
            <p:cNvSpPr/>
            <p:nvPr/>
          </p:nvSpPr>
          <p:spPr>
            <a:xfrm flipH="1">
              <a:off x="8885601" y="-501893"/>
              <a:ext cx="468352"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14"/>
            <p:cNvSpPr/>
            <p:nvPr/>
          </p:nvSpPr>
          <p:spPr>
            <a:xfrm flipH="1">
              <a:off x="8918901" y="-468533"/>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14"/>
            <p:cNvSpPr/>
            <p:nvPr/>
          </p:nvSpPr>
          <p:spPr>
            <a:xfrm flipH="1">
              <a:off x="8952201" y="-435173"/>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14"/>
            <p:cNvSpPr/>
            <p:nvPr/>
          </p:nvSpPr>
          <p:spPr>
            <a:xfrm flipH="1">
              <a:off x="8985529" y="-401759"/>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14"/>
            <p:cNvSpPr/>
            <p:nvPr/>
          </p:nvSpPr>
          <p:spPr>
            <a:xfrm flipH="1">
              <a:off x="9018856" y="-368399"/>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14"/>
            <p:cNvSpPr/>
            <p:nvPr/>
          </p:nvSpPr>
          <p:spPr>
            <a:xfrm flipH="1">
              <a:off x="9052184" y="-335012"/>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14"/>
            <p:cNvSpPr/>
            <p:nvPr/>
          </p:nvSpPr>
          <p:spPr>
            <a:xfrm flipH="1">
              <a:off x="9085484" y="-301679"/>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14"/>
            <p:cNvSpPr/>
            <p:nvPr/>
          </p:nvSpPr>
          <p:spPr>
            <a:xfrm flipH="1">
              <a:off x="8785590" y="344450"/>
              <a:ext cx="668332"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14"/>
            <p:cNvSpPr/>
            <p:nvPr/>
          </p:nvSpPr>
          <p:spPr>
            <a:xfrm flipH="1">
              <a:off x="8818945" y="377838"/>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14"/>
            <p:cNvSpPr/>
            <p:nvPr/>
          </p:nvSpPr>
          <p:spPr>
            <a:xfrm flipH="1">
              <a:off x="8852246" y="411225"/>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14"/>
            <p:cNvSpPr/>
            <p:nvPr/>
          </p:nvSpPr>
          <p:spPr>
            <a:xfrm flipH="1">
              <a:off x="8885601" y="444557"/>
              <a:ext cx="468352" cy="468133"/>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14"/>
            <p:cNvSpPr/>
            <p:nvPr/>
          </p:nvSpPr>
          <p:spPr>
            <a:xfrm flipH="1">
              <a:off x="8918901" y="477944"/>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14"/>
            <p:cNvSpPr/>
            <p:nvPr/>
          </p:nvSpPr>
          <p:spPr>
            <a:xfrm flipH="1">
              <a:off x="8952201" y="511332"/>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14"/>
            <p:cNvSpPr/>
            <p:nvPr/>
          </p:nvSpPr>
          <p:spPr>
            <a:xfrm flipH="1">
              <a:off x="8985529" y="544664"/>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14"/>
            <p:cNvSpPr/>
            <p:nvPr/>
          </p:nvSpPr>
          <p:spPr>
            <a:xfrm flipH="1">
              <a:off x="9018856" y="578079"/>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14"/>
            <p:cNvSpPr/>
            <p:nvPr/>
          </p:nvSpPr>
          <p:spPr>
            <a:xfrm flipH="1">
              <a:off x="9052184" y="611466"/>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14"/>
            <p:cNvSpPr/>
            <p:nvPr/>
          </p:nvSpPr>
          <p:spPr>
            <a:xfrm flipH="1">
              <a:off x="9085484" y="644826"/>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14"/>
            <p:cNvSpPr/>
            <p:nvPr/>
          </p:nvSpPr>
          <p:spPr>
            <a:xfrm flipH="1">
              <a:off x="8785618" y="1290955"/>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14"/>
            <p:cNvSpPr/>
            <p:nvPr/>
          </p:nvSpPr>
          <p:spPr>
            <a:xfrm flipH="1">
              <a:off x="8818945" y="1324288"/>
              <a:ext cx="601673" cy="601617"/>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14"/>
            <p:cNvSpPr/>
            <p:nvPr/>
          </p:nvSpPr>
          <p:spPr>
            <a:xfrm flipH="1">
              <a:off x="8852246" y="1357675"/>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14"/>
            <p:cNvSpPr/>
            <p:nvPr/>
          </p:nvSpPr>
          <p:spPr>
            <a:xfrm flipH="1">
              <a:off x="8885601" y="1391062"/>
              <a:ext cx="468352"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14"/>
            <p:cNvSpPr/>
            <p:nvPr/>
          </p:nvSpPr>
          <p:spPr>
            <a:xfrm flipH="1">
              <a:off x="8918901" y="1424395"/>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14"/>
            <p:cNvSpPr/>
            <p:nvPr/>
          </p:nvSpPr>
          <p:spPr>
            <a:xfrm flipH="1">
              <a:off x="8952229" y="1457782"/>
              <a:ext cx="335060" cy="334648"/>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14"/>
            <p:cNvSpPr/>
            <p:nvPr/>
          </p:nvSpPr>
          <p:spPr>
            <a:xfrm flipH="1">
              <a:off x="8985529" y="1491197"/>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14"/>
            <p:cNvSpPr/>
            <p:nvPr/>
          </p:nvSpPr>
          <p:spPr>
            <a:xfrm flipH="1">
              <a:off x="9018856" y="1524584"/>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14"/>
            <p:cNvSpPr/>
            <p:nvPr/>
          </p:nvSpPr>
          <p:spPr>
            <a:xfrm flipH="1">
              <a:off x="9052184" y="1557916"/>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14"/>
            <p:cNvSpPr/>
            <p:nvPr/>
          </p:nvSpPr>
          <p:spPr>
            <a:xfrm flipH="1">
              <a:off x="9085484" y="1591304"/>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14"/>
            <p:cNvSpPr/>
            <p:nvPr/>
          </p:nvSpPr>
          <p:spPr>
            <a:xfrm flipH="1">
              <a:off x="8785618" y="2237406"/>
              <a:ext cx="668305" cy="668333"/>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14"/>
            <p:cNvSpPr/>
            <p:nvPr/>
          </p:nvSpPr>
          <p:spPr>
            <a:xfrm flipH="1">
              <a:off x="8818945" y="2270793"/>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14"/>
            <p:cNvSpPr/>
            <p:nvPr/>
          </p:nvSpPr>
          <p:spPr>
            <a:xfrm flipH="1">
              <a:off x="8852273" y="2304153"/>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14"/>
            <p:cNvSpPr/>
            <p:nvPr/>
          </p:nvSpPr>
          <p:spPr>
            <a:xfrm flipH="1">
              <a:off x="8885601" y="2337513"/>
              <a:ext cx="468352" cy="468133"/>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14"/>
            <p:cNvSpPr/>
            <p:nvPr/>
          </p:nvSpPr>
          <p:spPr>
            <a:xfrm flipH="1">
              <a:off x="8918901" y="2370900"/>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14"/>
            <p:cNvSpPr/>
            <p:nvPr/>
          </p:nvSpPr>
          <p:spPr>
            <a:xfrm flipH="1">
              <a:off x="8952229" y="2404232"/>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14"/>
            <p:cNvSpPr/>
            <p:nvPr/>
          </p:nvSpPr>
          <p:spPr>
            <a:xfrm flipH="1">
              <a:off x="8985529" y="2437619"/>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14"/>
            <p:cNvSpPr/>
            <p:nvPr/>
          </p:nvSpPr>
          <p:spPr>
            <a:xfrm flipH="1">
              <a:off x="9018856" y="2471034"/>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14"/>
            <p:cNvSpPr/>
            <p:nvPr/>
          </p:nvSpPr>
          <p:spPr>
            <a:xfrm flipH="1">
              <a:off x="9052184" y="2504394"/>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14"/>
            <p:cNvSpPr/>
            <p:nvPr/>
          </p:nvSpPr>
          <p:spPr>
            <a:xfrm flipH="1">
              <a:off x="9085484" y="2537754"/>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14"/>
            <p:cNvSpPr/>
            <p:nvPr/>
          </p:nvSpPr>
          <p:spPr>
            <a:xfrm flipH="1">
              <a:off x="7366958" y="4603923"/>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14"/>
            <p:cNvSpPr/>
            <p:nvPr/>
          </p:nvSpPr>
          <p:spPr>
            <a:xfrm flipH="1">
              <a:off x="7400285" y="4637311"/>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14"/>
            <p:cNvSpPr/>
            <p:nvPr/>
          </p:nvSpPr>
          <p:spPr>
            <a:xfrm flipH="1">
              <a:off x="7433586" y="4670670"/>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14"/>
            <p:cNvSpPr/>
            <p:nvPr/>
          </p:nvSpPr>
          <p:spPr>
            <a:xfrm flipH="1">
              <a:off x="7466913" y="4704058"/>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14"/>
            <p:cNvSpPr/>
            <p:nvPr/>
          </p:nvSpPr>
          <p:spPr>
            <a:xfrm flipH="1">
              <a:off x="7500241" y="4737417"/>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14"/>
            <p:cNvSpPr/>
            <p:nvPr/>
          </p:nvSpPr>
          <p:spPr>
            <a:xfrm flipH="1">
              <a:off x="7533568" y="4770777"/>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14"/>
            <p:cNvSpPr/>
            <p:nvPr/>
          </p:nvSpPr>
          <p:spPr>
            <a:xfrm flipH="1">
              <a:off x="7566869" y="4804165"/>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14"/>
            <p:cNvSpPr/>
            <p:nvPr/>
          </p:nvSpPr>
          <p:spPr>
            <a:xfrm flipH="1">
              <a:off x="7600196" y="4837524"/>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14"/>
            <p:cNvSpPr/>
            <p:nvPr/>
          </p:nvSpPr>
          <p:spPr>
            <a:xfrm flipH="1">
              <a:off x="7633524" y="4870884"/>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14"/>
            <p:cNvSpPr/>
            <p:nvPr/>
          </p:nvSpPr>
          <p:spPr>
            <a:xfrm flipH="1">
              <a:off x="7666824" y="4904271"/>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14"/>
            <p:cNvSpPr/>
            <p:nvPr/>
          </p:nvSpPr>
          <p:spPr>
            <a:xfrm flipH="1">
              <a:off x="8314977" y="2710940"/>
              <a:ext cx="668332" cy="668332"/>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14"/>
            <p:cNvSpPr/>
            <p:nvPr/>
          </p:nvSpPr>
          <p:spPr>
            <a:xfrm flipH="1">
              <a:off x="8348277" y="2744355"/>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14"/>
            <p:cNvSpPr/>
            <p:nvPr/>
          </p:nvSpPr>
          <p:spPr>
            <a:xfrm flipH="1">
              <a:off x="8381632" y="2777715"/>
              <a:ext cx="535040" cy="534847"/>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14"/>
            <p:cNvSpPr/>
            <p:nvPr/>
          </p:nvSpPr>
          <p:spPr>
            <a:xfrm flipH="1">
              <a:off x="8414933" y="2811075"/>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14"/>
            <p:cNvSpPr/>
            <p:nvPr/>
          </p:nvSpPr>
          <p:spPr>
            <a:xfrm flipH="1">
              <a:off x="8448233" y="2844462"/>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14"/>
            <p:cNvSpPr/>
            <p:nvPr/>
          </p:nvSpPr>
          <p:spPr>
            <a:xfrm flipH="1">
              <a:off x="8481615" y="2877849"/>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14"/>
            <p:cNvSpPr/>
            <p:nvPr/>
          </p:nvSpPr>
          <p:spPr>
            <a:xfrm flipH="1">
              <a:off x="8514915" y="2911182"/>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14"/>
            <p:cNvSpPr/>
            <p:nvPr/>
          </p:nvSpPr>
          <p:spPr>
            <a:xfrm flipH="1">
              <a:off x="8548243" y="294456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14"/>
            <p:cNvSpPr/>
            <p:nvPr/>
          </p:nvSpPr>
          <p:spPr>
            <a:xfrm flipH="1">
              <a:off x="8581571" y="2977956"/>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14"/>
            <p:cNvSpPr/>
            <p:nvPr/>
          </p:nvSpPr>
          <p:spPr>
            <a:xfrm flipH="1">
              <a:off x="8614871" y="3011289"/>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14"/>
            <p:cNvSpPr/>
            <p:nvPr/>
          </p:nvSpPr>
          <p:spPr>
            <a:xfrm flipH="1">
              <a:off x="8314977" y="3657418"/>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14"/>
            <p:cNvSpPr/>
            <p:nvPr/>
          </p:nvSpPr>
          <p:spPr>
            <a:xfrm flipH="1">
              <a:off x="8348277" y="3690833"/>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14"/>
            <p:cNvSpPr/>
            <p:nvPr/>
          </p:nvSpPr>
          <p:spPr>
            <a:xfrm flipH="1">
              <a:off x="8381632" y="3724193"/>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14"/>
            <p:cNvSpPr/>
            <p:nvPr/>
          </p:nvSpPr>
          <p:spPr>
            <a:xfrm flipH="1">
              <a:off x="8414933" y="3757552"/>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14"/>
            <p:cNvSpPr/>
            <p:nvPr/>
          </p:nvSpPr>
          <p:spPr>
            <a:xfrm flipH="1">
              <a:off x="8448233" y="3790940"/>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14"/>
            <p:cNvSpPr/>
            <p:nvPr/>
          </p:nvSpPr>
          <p:spPr>
            <a:xfrm flipH="1">
              <a:off x="8481615" y="3824300"/>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14"/>
            <p:cNvSpPr/>
            <p:nvPr/>
          </p:nvSpPr>
          <p:spPr>
            <a:xfrm flipH="1">
              <a:off x="8514915" y="3857687"/>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14"/>
            <p:cNvSpPr/>
            <p:nvPr/>
          </p:nvSpPr>
          <p:spPr>
            <a:xfrm flipH="1">
              <a:off x="8548243" y="3891047"/>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14"/>
            <p:cNvSpPr/>
            <p:nvPr/>
          </p:nvSpPr>
          <p:spPr>
            <a:xfrm flipH="1">
              <a:off x="8581571" y="3924406"/>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14"/>
            <p:cNvSpPr/>
            <p:nvPr/>
          </p:nvSpPr>
          <p:spPr>
            <a:xfrm flipH="1">
              <a:off x="8614871" y="3957794"/>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14"/>
            <p:cNvSpPr/>
            <p:nvPr/>
          </p:nvSpPr>
          <p:spPr>
            <a:xfrm flipH="1">
              <a:off x="8314977" y="4603923"/>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14"/>
            <p:cNvSpPr/>
            <p:nvPr/>
          </p:nvSpPr>
          <p:spPr>
            <a:xfrm flipH="1">
              <a:off x="8348277" y="4637311"/>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14"/>
            <p:cNvSpPr/>
            <p:nvPr/>
          </p:nvSpPr>
          <p:spPr>
            <a:xfrm flipH="1">
              <a:off x="8381632" y="4670670"/>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14"/>
            <p:cNvSpPr/>
            <p:nvPr/>
          </p:nvSpPr>
          <p:spPr>
            <a:xfrm flipH="1">
              <a:off x="8414933" y="4704058"/>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14"/>
            <p:cNvSpPr/>
            <p:nvPr/>
          </p:nvSpPr>
          <p:spPr>
            <a:xfrm flipH="1">
              <a:off x="8448233" y="4737417"/>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14"/>
            <p:cNvSpPr/>
            <p:nvPr/>
          </p:nvSpPr>
          <p:spPr>
            <a:xfrm flipH="1">
              <a:off x="8481615" y="4770777"/>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14"/>
            <p:cNvSpPr/>
            <p:nvPr/>
          </p:nvSpPr>
          <p:spPr>
            <a:xfrm flipH="1">
              <a:off x="8514915" y="4804165"/>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14"/>
            <p:cNvSpPr/>
            <p:nvPr/>
          </p:nvSpPr>
          <p:spPr>
            <a:xfrm flipH="1">
              <a:off x="8548243" y="4837524"/>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14"/>
            <p:cNvSpPr/>
            <p:nvPr/>
          </p:nvSpPr>
          <p:spPr>
            <a:xfrm flipH="1">
              <a:off x="8581571" y="4870884"/>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14"/>
            <p:cNvSpPr/>
            <p:nvPr/>
          </p:nvSpPr>
          <p:spPr>
            <a:xfrm flipH="1">
              <a:off x="8614871" y="4904271"/>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14"/>
            <p:cNvSpPr/>
            <p:nvPr/>
          </p:nvSpPr>
          <p:spPr>
            <a:xfrm flipH="1">
              <a:off x="7840184" y="5077148"/>
              <a:ext cx="668332" cy="668332"/>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14"/>
            <p:cNvSpPr/>
            <p:nvPr/>
          </p:nvSpPr>
          <p:spPr>
            <a:xfrm flipH="1">
              <a:off x="7873484" y="5110536"/>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14"/>
            <p:cNvSpPr/>
            <p:nvPr/>
          </p:nvSpPr>
          <p:spPr>
            <a:xfrm flipH="1">
              <a:off x="7906839" y="5143895"/>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14"/>
            <p:cNvSpPr/>
            <p:nvPr/>
          </p:nvSpPr>
          <p:spPr>
            <a:xfrm flipH="1">
              <a:off x="7940139" y="5177255"/>
              <a:ext cx="468407" cy="468132"/>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14"/>
            <p:cNvSpPr/>
            <p:nvPr/>
          </p:nvSpPr>
          <p:spPr>
            <a:xfrm flipH="1">
              <a:off x="7973494" y="5210643"/>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14"/>
            <p:cNvSpPr/>
            <p:nvPr/>
          </p:nvSpPr>
          <p:spPr>
            <a:xfrm flipH="1">
              <a:off x="8006794" y="5243975"/>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14"/>
            <p:cNvSpPr/>
            <p:nvPr/>
          </p:nvSpPr>
          <p:spPr>
            <a:xfrm flipH="1">
              <a:off x="8040094" y="5277362"/>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14"/>
            <p:cNvSpPr/>
            <p:nvPr/>
          </p:nvSpPr>
          <p:spPr>
            <a:xfrm flipH="1">
              <a:off x="8073450" y="531077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14"/>
            <p:cNvSpPr/>
            <p:nvPr/>
          </p:nvSpPr>
          <p:spPr>
            <a:xfrm flipH="1">
              <a:off x="8106750" y="5344137"/>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14"/>
            <p:cNvSpPr/>
            <p:nvPr/>
          </p:nvSpPr>
          <p:spPr>
            <a:xfrm flipH="1">
              <a:off x="8140050" y="5377496"/>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14"/>
            <p:cNvSpPr/>
            <p:nvPr/>
          </p:nvSpPr>
          <p:spPr>
            <a:xfrm flipH="1">
              <a:off x="8785590" y="3184193"/>
              <a:ext cx="668332"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14"/>
            <p:cNvSpPr/>
            <p:nvPr/>
          </p:nvSpPr>
          <p:spPr>
            <a:xfrm flipH="1">
              <a:off x="8818945" y="3217580"/>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14"/>
            <p:cNvSpPr/>
            <p:nvPr/>
          </p:nvSpPr>
          <p:spPr>
            <a:xfrm flipH="1">
              <a:off x="8852246" y="3250968"/>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14"/>
            <p:cNvSpPr/>
            <p:nvPr/>
          </p:nvSpPr>
          <p:spPr>
            <a:xfrm flipH="1">
              <a:off x="8885601" y="3284300"/>
              <a:ext cx="468352" cy="468132"/>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14"/>
            <p:cNvSpPr/>
            <p:nvPr/>
          </p:nvSpPr>
          <p:spPr>
            <a:xfrm flipH="1">
              <a:off x="8918901" y="3317687"/>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14"/>
            <p:cNvSpPr/>
            <p:nvPr/>
          </p:nvSpPr>
          <p:spPr>
            <a:xfrm flipH="1">
              <a:off x="8952201" y="3351074"/>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14"/>
            <p:cNvSpPr/>
            <p:nvPr/>
          </p:nvSpPr>
          <p:spPr>
            <a:xfrm flipH="1">
              <a:off x="8985529" y="3384407"/>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14"/>
            <p:cNvSpPr/>
            <p:nvPr/>
          </p:nvSpPr>
          <p:spPr>
            <a:xfrm flipH="1">
              <a:off x="9018856" y="3417822"/>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14"/>
            <p:cNvSpPr/>
            <p:nvPr/>
          </p:nvSpPr>
          <p:spPr>
            <a:xfrm flipH="1">
              <a:off x="9052184" y="3451209"/>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14"/>
            <p:cNvSpPr/>
            <p:nvPr/>
          </p:nvSpPr>
          <p:spPr>
            <a:xfrm flipH="1">
              <a:off x="9085484" y="3484569"/>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14"/>
            <p:cNvSpPr/>
            <p:nvPr/>
          </p:nvSpPr>
          <p:spPr>
            <a:xfrm flipH="1">
              <a:off x="8785618" y="4130698"/>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14"/>
            <p:cNvSpPr/>
            <p:nvPr/>
          </p:nvSpPr>
          <p:spPr>
            <a:xfrm flipH="1">
              <a:off x="8818945" y="4164030"/>
              <a:ext cx="601673" cy="601618"/>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14"/>
            <p:cNvSpPr/>
            <p:nvPr/>
          </p:nvSpPr>
          <p:spPr>
            <a:xfrm flipH="1">
              <a:off x="8852246" y="4197418"/>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14"/>
            <p:cNvSpPr/>
            <p:nvPr/>
          </p:nvSpPr>
          <p:spPr>
            <a:xfrm flipH="1">
              <a:off x="8885601" y="4230805"/>
              <a:ext cx="468352"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14"/>
            <p:cNvSpPr/>
            <p:nvPr/>
          </p:nvSpPr>
          <p:spPr>
            <a:xfrm flipH="1">
              <a:off x="8918901" y="4264137"/>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14"/>
            <p:cNvSpPr/>
            <p:nvPr/>
          </p:nvSpPr>
          <p:spPr>
            <a:xfrm flipH="1">
              <a:off x="8952229" y="4297525"/>
              <a:ext cx="335060" cy="334647"/>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14"/>
            <p:cNvSpPr/>
            <p:nvPr/>
          </p:nvSpPr>
          <p:spPr>
            <a:xfrm flipH="1">
              <a:off x="8985529" y="4330939"/>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14"/>
            <p:cNvSpPr/>
            <p:nvPr/>
          </p:nvSpPr>
          <p:spPr>
            <a:xfrm flipH="1">
              <a:off x="9018856" y="4364327"/>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14"/>
            <p:cNvSpPr/>
            <p:nvPr/>
          </p:nvSpPr>
          <p:spPr>
            <a:xfrm flipH="1">
              <a:off x="9052184" y="4397659"/>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14"/>
            <p:cNvSpPr/>
            <p:nvPr/>
          </p:nvSpPr>
          <p:spPr>
            <a:xfrm flipH="1">
              <a:off x="9085484" y="4431046"/>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14"/>
            <p:cNvSpPr/>
            <p:nvPr/>
          </p:nvSpPr>
          <p:spPr>
            <a:xfrm flipH="1">
              <a:off x="8785618" y="5077148"/>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14"/>
            <p:cNvSpPr/>
            <p:nvPr/>
          </p:nvSpPr>
          <p:spPr>
            <a:xfrm flipH="1">
              <a:off x="8818945" y="5110536"/>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14"/>
            <p:cNvSpPr/>
            <p:nvPr/>
          </p:nvSpPr>
          <p:spPr>
            <a:xfrm flipH="1">
              <a:off x="8852273" y="5143895"/>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14"/>
            <p:cNvSpPr/>
            <p:nvPr/>
          </p:nvSpPr>
          <p:spPr>
            <a:xfrm flipH="1">
              <a:off x="8885601" y="5177255"/>
              <a:ext cx="468352"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14"/>
            <p:cNvSpPr/>
            <p:nvPr/>
          </p:nvSpPr>
          <p:spPr>
            <a:xfrm flipH="1">
              <a:off x="8918901" y="5210643"/>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14"/>
            <p:cNvSpPr/>
            <p:nvPr/>
          </p:nvSpPr>
          <p:spPr>
            <a:xfrm flipH="1">
              <a:off x="8952229" y="5243975"/>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14"/>
            <p:cNvSpPr/>
            <p:nvPr/>
          </p:nvSpPr>
          <p:spPr>
            <a:xfrm flipH="1">
              <a:off x="8985529" y="5277362"/>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14"/>
            <p:cNvSpPr/>
            <p:nvPr/>
          </p:nvSpPr>
          <p:spPr>
            <a:xfrm flipH="1">
              <a:off x="9018856" y="5310777"/>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14"/>
            <p:cNvSpPr/>
            <p:nvPr/>
          </p:nvSpPr>
          <p:spPr>
            <a:xfrm flipH="1">
              <a:off x="9052184" y="5344137"/>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14"/>
            <p:cNvSpPr/>
            <p:nvPr/>
          </p:nvSpPr>
          <p:spPr>
            <a:xfrm flipH="1">
              <a:off x="9085484" y="5377496"/>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14"/>
            <p:cNvSpPr/>
            <p:nvPr/>
          </p:nvSpPr>
          <p:spPr>
            <a:xfrm flipH="1">
              <a:off x="5944487" y="-601987"/>
              <a:ext cx="668332"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14"/>
            <p:cNvSpPr/>
            <p:nvPr/>
          </p:nvSpPr>
          <p:spPr>
            <a:xfrm flipH="1">
              <a:off x="5977787" y="-568628"/>
              <a:ext cx="601728"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14"/>
            <p:cNvSpPr/>
            <p:nvPr/>
          </p:nvSpPr>
          <p:spPr>
            <a:xfrm flipH="1">
              <a:off x="6011143" y="-535268"/>
              <a:ext cx="535013"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14"/>
            <p:cNvSpPr/>
            <p:nvPr/>
          </p:nvSpPr>
          <p:spPr>
            <a:xfrm flipH="1">
              <a:off x="6044443" y="-501881"/>
              <a:ext cx="468407"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14"/>
            <p:cNvSpPr/>
            <p:nvPr/>
          </p:nvSpPr>
          <p:spPr>
            <a:xfrm flipH="1">
              <a:off x="6077743" y="-468521"/>
              <a:ext cx="401803"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14"/>
            <p:cNvSpPr/>
            <p:nvPr/>
          </p:nvSpPr>
          <p:spPr>
            <a:xfrm flipH="1">
              <a:off x="6111098" y="-435161"/>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14"/>
            <p:cNvSpPr/>
            <p:nvPr/>
          </p:nvSpPr>
          <p:spPr>
            <a:xfrm flipH="1">
              <a:off x="6144398" y="-401746"/>
              <a:ext cx="268482"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14"/>
            <p:cNvSpPr/>
            <p:nvPr/>
          </p:nvSpPr>
          <p:spPr>
            <a:xfrm flipH="1">
              <a:off x="6177698" y="-368386"/>
              <a:ext cx="201878"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14"/>
            <p:cNvSpPr/>
            <p:nvPr/>
          </p:nvSpPr>
          <p:spPr>
            <a:xfrm flipH="1">
              <a:off x="6211053" y="-334999"/>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14"/>
            <p:cNvSpPr/>
            <p:nvPr/>
          </p:nvSpPr>
          <p:spPr>
            <a:xfrm flipH="1">
              <a:off x="6244354" y="-301667"/>
              <a:ext cx="68557"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14"/>
            <p:cNvSpPr/>
            <p:nvPr/>
          </p:nvSpPr>
          <p:spPr>
            <a:xfrm flipH="1">
              <a:off x="6419281" y="-128790"/>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14"/>
            <p:cNvSpPr/>
            <p:nvPr/>
          </p:nvSpPr>
          <p:spPr>
            <a:xfrm flipH="1">
              <a:off x="6452581" y="-95375"/>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14"/>
            <p:cNvSpPr/>
            <p:nvPr/>
          </p:nvSpPr>
          <p:spPr>
            <a:xfrm flipH="1">
              <a:off x="6485936" y="-62015"/>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14"/>
            <p:cNvSpPr/>
            <p:nvPr/>
          </p:nvSpPr>
          <p:spPr>
            <a:xfrm flipH="1">
              <a:off x="6519236" y="-28655"/>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14"/>
            <p:cNvSpPr/>
            <p:nvPr/>
          </p:nvSpPr>
          <p:spPr>
            <a:xfrm flipH="1">
              <a:off x="6552536" y="4732"/>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14"/>
            <p:cNvSpPr/>
            <p:nvPr/>
          </p:nvSpPr>
          <p:spPr>
            <a:xfrm flipH="1">
              <a:off x="6585919" y="38119"/>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14"/>
            <p:cNvSpPr/>
            <p:nvPr/>
          </p:nvSpPr>
          <p:spPr>
            <a:xfrm flipH="1">
              <a:off x="6619219" y="71451"/>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14"/>
            <p:cNvSpPr/>
            <p:nvPr/>
          </p:nvSpPr>
          <p:spPr>
            <a:xfrm flipH="1">
              <a:off x="6652547" y="10483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14"/>
            <p:cNvSpPr/>
            <p:nvPr/>
          </p:nvSpPr>
          <p:spPr>
            <a:xfrm flipH="1">
              <a:off x="6685874" y="138226"/>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14"/>
            <p:cNvSpPr/>
            <p:nvPr/>
          </p:nvSpPr>
          <p:spPr>
            <a:xfrm flipH="1">
              <a:off x="6719175" y="171558"/>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14"/>
            <p:cNvSpPr/>
            <p:nvPr/>
          </p:nvSpPr>
          <p:spPr>
            <a:xfrm flipH="1">
              <a:off x="6889894" y="-601987"/>
              <a:ext cx="668332"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14"/>
            <p:cNvSpPr/>
            <p:nvPr/>
          </p:nvSpPr>
          <p:spPr>
            <a:xfrm flipH="1">
              <a:off x="6923249" y="-568628"/>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14"/>
            <p:cNvSpPr/>
            <p:nvPr/>
          </p:nvSpPr>
          <p:spPr>
            <a:xfrm flipH="1">
              <a:off x="6956549" y="-535268"/>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14"/>
            <p:cNvSpPr/>
            <p:nvPr/>
          </p:nvSpPr>
          <p:spPr>
            <a:xfrm flipH="1">
              <a:off x="6989904" y="-501881"/>
              <a:ext cx="468352"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14"/>
            <p:cNvSpPr/>
            <p:nvPr/>
          </p:nvSpPr>
          <p:spPr>
            <a:xfrm flipH="1">
              <a:off x="7023205" y="-468521"/>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14"/>
            <p:cNvSpPr/>
            <p:nvPr/>
          </p:nvSpPr>
          <p:spPr>
            <a:xfrm flipH="1">
              <a:off x="7056505" y="-435161"/>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14"/>
            <p:cNvSpPr/>
            <p:nvPr/>
          </p:nvSpPr>
          <p:spPr>
            <a:xfrm flipH="1">
              <a:off x="7089832" y="-401746"/>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14"/>
            <p:cNvSpPr/>
            <p:nvPr/>
          </p:nvSpPr>
          <p:spPr>
            <a:xfrm flipH="1">
              <a:off x="7123160" y="-368386"/>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14"/>
            <p:cNvSpPr/>
            <p:nvPr/>
          </p:nvSpPr>
          <p:spPr>
            <a:xfrm flipH="1">
              <a:off x="7156488" y="-334999"/>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14"/>
            <p:cNvSpPr/>
            <p:nvPr/>
          </p:nvSpPr>
          <p:spPr>
            <a:xfrm flipH="1">
              <a:off x="7189788" y="-301667"/>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14"/>
            <p:cNvSpPr/>
            <p:nvPr/>
          </p:nvSpPr>
          <p:spPr>
            <a:xfrm flipH="1">
              <a:off x="6419281" y="4603936"/>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14"/>
            <p:cNvSpPr/>
            <p:nvPr/>
          </p:nvSpPr>
          <p:spPr>
            <a:xfrm flipH="1">
              <a:off x="6452581" y="4637323"/>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14"/>
            <p:cNvSpPr/>
            <p:nvPr/>
          </p:nvSpPr>
          <p:spPr>
            <a:xfrm flipH="1">
              <a:off x="6485936" y="4670683"/>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14"/>
            <p:cNvSpPr/>
            <p:nvPr/>
          </p:nvSpPr>
          <p:spPr>
            <a:xfrm flipH="1">
              <a:off x="6519236" y="4704070"/>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14"/>
            <p:cNvSpPr/>
            <p:nvPr/>
          </p:nvSpPr>
          <p:spPr>
            <a:xfrm flipH="1">
              <a:off x="6552536" y="4737430"/>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14"/>
            <p:cNvSpPr/>
            <p:nvPr/>
          </p:nvSpPr>
          <p:spPr>
            <a:xfrm flipH="1">
              <a:off x="6585919" y="4770790"/>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14"/>
            <p:cNvSpPr/>
            <p:nvPr/>
          </p:nvSpPr>
          <p:spPr>
            <a:xfrm flipH="1">
              <a:off x="6619219" y="4804177"/>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14"/>
            <p:cNvSpPr/>
            <p:nvPr/>
          </p:nvSpPr>
          <p:spPr>
            <a:xfrm flipH="1">
              <a:off x="6652547" y="4837537"/>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14"/>
            <p:cNvSpPr/>
            <p:nvPr/>
          </p:nvSpPr>
          <p:spPr>
            <a:xfrm flipH="1">
              <a:off x="6685874" y="4870897"/>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14"/>
            <p:cNvSpPr/>
            <p:nvPr/>
          </p:nvSpPr>
          <p:spPr>
            <a:xfrm flipH="1">
              <a:off x="6719175" y="4904284"/>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14"/>
            <p:cNvSpPr/>
            <p:nvPr/>
          </p:nvSpPr>
          <p:spPr>
            <a:xfrm flipH="1">
              <a:off x="5944487" y="5077161"/>
              <a:ext cx="668332" cy="668332"/>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14"/>
            <p:cNvSpPr/>
            <p:nvPr/>
          </p:nvSpPr>
          <p:spPr>
            <a:xfrm flipH="1">
              <a:off x="5977787" y="5110548"/>
              <a:ext cx="601728"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14"/>
            <p:cNvSpPr/>
            <p:nvPr/>
          </p:nvSpPr>
          <p:spPr>
            <a:xfrm flipH="1">
              <a:off x="6011143" y="5143908"/>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14"/>
            <p:cNvSpPr/>
            <p:nvPr/>
          </p:nvSpPr>
          <p:spPr>
            <a:xfrm flipH="1">
              <a:off x="6044443" y="5177268"/>
              <a:ext cx="468407" cy="468132"/>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14"/>
            <p:cNvSpPr/>
            <p:nvPr/>
          </p:nvSpPr>
          <p:spPr>
            <a:xfrm flipH="1">
              <a:off x="6077798" y="5210655"/>
              <a:ext cx="401747"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14"/>
            <p:cNvSpPr/>
            <p:nvPr/>
          </p:nvSpPr>
          <p:spPr>
            <a:xfrm flipH="1">
              <a:off x="6111098" y="5243987"/>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14"/>
            <p:cNvSpPr/>
            <p:nvPr/>
          </p:nvSpPr>
          <p:spPr>
            <a:xfrm flipH="1">
              <a:off x="6144398" y="5277375"/>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14"/>
            <p:cNvSpPr/>
            <p:nvPr/>
          </p:nvSpPr>
          <p:spPr>
            <a:xfrm flipH="1">
              <a:off x="6177753" y="5310789"/>
              <a:ext cx="201822"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14"/>
            <p:cNvSpPr/>
            <p:nvPr/>
          </p:nvSpPr>
          <p:spPr>
            <a:xfrm flipH="1">
              <a:off x="6211053" y="5344149"/>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14"/>
            <p:cNvSpPr/>
            <p:nvPr/>
          </p:nvSpPr>
          <p:spPr>
            <a:xfrm flipH="1">
              <a:off x="6244354" y="5377509"/>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14"/>
            <p:cNvSpPr/>
            <p:nvPr/>
          </p:nvSpPr>
          <p:spPr>
            <a:xfrm flipH="1">
              <a:off x="6889921" y="5077161"/>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14"/>
            <p:cNvSpPr/>
            <p:nvPr/>
          </p:nvSpPr>
          <p:spPr>
            <a:xfrm flipH="1">
              <a:off x="6923249" y="5110548"/>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14"/>
            <p:cNvSpPr/>
            <p:nvPr/>
          </p:nvSpPr>
          <p:spPr>
            <a:xfrm flipH="1">
              <a:off x="6956577" y="5143908"/>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14"/>
            <p:cNvSpPr/>
            <p:nvPr/>
          </p:nvSpPr>
          <p:spPr>
            <a:xfrm flipH="1">
              <a:off x="6989904" y="5177268"/>
              <a:ext cx="468352"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14"/>
            <p:cNvSpPr/>
            <p:nvPr/>
          </p:nvSpPr>
          <p:spPr>
            <a:xfrm flipH="1">
              <a:off x="7023205" y="5210655"/>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14"/>
            <p:cNvSpPr/>
            <p:nvPr/>
          </p:nvSpPr>
          <p:spPr>
            <a:xfrm flipH="1">
              <a:off x="7056532" y="5243987"/>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14"/>
            <p:cNvSpPr/>
            <p:nvPr/>
          </p:nvSpPr>
          <p:spPr>
            <a:xfrm flipH="1">
              <a:off x="7089832" y="5277375"/>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14"/>
            <p:cNvSpPr/>
            <p:nvPr/>
          </p:nvSpPr>
          <p:spPr>
            <a:xfrm flipH="1">
              <a:off x="7123160" y="5310789"/>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14"/>
            <p:cNvSpPr/>
            <p:nvPr/>
          </p:nvSpPr>
          <p:spPr>
            <a:xfrm flipH="1">
              <a:off x="7156488" y="5344149"/>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14"/>
            <p:cNvSpPr/>
            <p:nvPr/>
          </p:nvSpPr>
          <p:spPr>
            <a:xfrm flipH="1">
              <a:off x="7189788" y="5377509"/>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MAIN_POINT_1">
    <p:spTree>
      <p:nvGrpSpPr>
        <p:cNvPr id="1" name="Shape 4608"/>
        <p:cNvGrpSpPr/>
        <p:nvPr/>
      </p:nvGrpSpPr>
      <p:grpSpPr>
        <a:xfrm>
          <a:off x="0" y="0"/>
          <a:ext cx="0" cy="0"/>
          <a:chOff x="0" y="0"/>
          <a:chExt cx="0" cy="0"/>
        </a:xfrm>
      </p:grpSpPr>
      <p:sp>
        <p:nvSpPr>
          <p:cNvPr id="4609" name="Google Shape;4609;p18"/>
          <p:cNvSpPr txBox="1">
            <a:spLocks noGrp="1"/>
          </p:cNvSpPr>
          <p:nvPr>
            <p:ph type="title"/>
          </p:nvPr>
        </p:nvSpPr>
        <p:spPr>
          <a:xfrm>
            <a:off x="1427920" y="1517700"/>
            <a:ext cx="6288300" cy="11691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610" name="Google Shape;4610;p18"/>
          <p:cNvSpPr txBox="1">
            <a:spLocks noGrp="1"/>
          </p:cNvSpPr>
          <p:nvPr>
            <p:ph type="subTitle" idx="1"/>
          </p:nvPr>
        </p:nvSpPr>
        <p:spPr>
          <a:xfrm>
            <a:off x="1427787" y="2686801"/>
            <a:ext cx="6288300" cy="939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6830"/>
        <p:cNvGrpSpPr/>
        <p:nvPr/>
      </p:nvGrpSpPr>
      <p:grpSpPr>
        <a:xfrm>
          <a:off x="0" y="0"/>
          <a:ext cx="0" cy="0"/>
          <a:chOff x="0" y="0"/>
          <a:chExt cx="0" cy="0"/>
        </a:xfrm>
      </p:grpSpPr>
      <p:sp>
        <p:nvSpPr>
          <p:cNvPr id="6831" name="Google Shape;6831;p26"/>
          <p:cNvSpPr txBox="1">
            <a:spLocks noGrp="1"/>
          </p:cNvSpPr>
          <p:nvPr>
            <p:ph type="subTitle" idx="1"/>
          </p:nvPr>
        </p:nvSpPr>
        <p:spPr>
          <a:xfrm>
            <a:off x="720000" y="2559422"/>
            <a:ext cx="2286300" cy="10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832" name="Google Shape;6832;p26"/>
          <p:cNvSpPr txBox="1">
            <a:spLocks noGrp="1"/>
          </p:cNvSpPr>
          <p:nvPr>
            <p:ph type="subTitle" idx="2"/>
          </p:nvPr>
        </p:nvSpPr>
        <p:spPr>
          <a:xfrm>
            <a:off x="3428855" y="2559445"/>
            <a:ext cx="2286300" cy="10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833" name="Google Shape;6833;p26"/>
          <p:cNvSpPr txBox="1">
            <a:spLocks noGrp="1"/>
          </p:cNvSpPr>
          <p:nvPr>
            <p:ph type="subTitle" idx="3"/>
          </p:nvPr>
        </p:nvSpPr>
        <p:spPr>
          <a:xfrm>
            <a:off x="6137698" y="2559465"/>
            <a:ext cx="2286300" cy="1092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834" name="Google Shape;6834;p26"/>
          <p:cNvSpPr txBox="1">
            <a:spLocks noGrp="1"/>
          </p:cNvSpPr>
          <p:nvPr>
            <p:ph type="subTitle" idx="4"/>
          </p:nvPr>
        </p:nvSpPr>
        <p:spPr>
          <a:xfrm>
            <a:off x="720000" y="2243975"/>
            <a:ext cx="22863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a:latin typeface="Lexend"/>
                <a:ea typeface="Lexend"/>
                <a:cs typeface="Lexend"/>
                <a:sym typeface="Lexend"/>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835" name="Google Shape;6835;p26"/>
          <p:cNvSpPr txBox="1">
            <a:spLocks noGrp="1"/>
          </p:cNvSpPr>
          <p:nvPr>
            <p:ph type="subTitle" idx="5"/>
          </p:nvPr>
        </p:nvSpPr>
        <p:spPr>
          <a:xfrm>
            <a:off x="3428850" y="2243975"/>
            <a:ext cx="22863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a:latin typeface="Lexend"/>
                <a:ea typeface="Lexend"/>
                <a:cs typeface="Lexend"/>
                <a:sym typeface="Lexend"/>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836" name="Google Shape;6836;p26"/>
          <p:cNvSpPr txBox="1">
            <a:spLocks noGrp="1"/>
          </p:cNvSpPr>
          <p:nvPr>
            <p:ph type="subTitle" idx="6"/>
          </p:nvPr>
        </p:nvSpPr>
        <p:spPr>
          <a:xfrm>
            <a:off x="6137700" y="2243975"/>
            <a:ext cx="2286300" cy="4671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Poller One"/>
              <a:buNone/>
              <a:defRPr sz="2000">
                <a:latin typeface="Lexend"/>
                <a:ea typeface="Lexend"/>
                <a:cs typeface="Lexend"/>
                <a:sym typeface="Lexend"/>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6837" name="Google Shape;6837;p26"/>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838" name="Google Shape;6838;p26"/>
          <p:cNvGrpSpPr/>
          <p:nvPr/>
        </p:nvGrpSpPr>
        <p:grpSpPr>
          <a:xfrm>
            <a:off x="-63789" y="4412206"/>
            <a:ext cx="9272854" cy="1155601"/>
            <a:chOff x="-63789" y="4412206"/>
            <a:chExt cx="9272854" cy="1155601"/>
          </a:xfrm>
        </p:grpSpPr>
        <p:grpSp>
          <p:nvGrpSpPr>
            <p:cNvPr id="6839" name="Google Shape;6839;p26"/>
            <p:cNvGrpSpPr/>
            <p:nvPr/>
          </p:nvGrpSpPr>
          <p:grpSpPr>
            <a:xfrm>
              <a:off x="414196" y="4412206"/>
              <a:ext cx="674374" cy="674374"/>
              <a:chOff x="157640" y="503742"/>
              <a:chExt cx="693729" cy="693729"/>
            </a:xfrm>
          </p:grpSpPr>
          <p:sp>
            <p:nvSpPr>
              <p:cNvPr id="6840" name="Google Shape;6840;p26"/>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1" name="Google Shape;6841;p26"/>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2" name="Google Shape;6842;p26"/>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3" name="Google Shape;6843;p26"/>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4" name="Google Shape;6844;p26"/>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5" name="Google Shape;6845;p26"/>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6" name="Google Shape;6846;p26"/>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7" name="Google Shape;6847;p26"/>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8" name="Google Shape;6848;p26"/>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49" name="Google Shape;6849;p26"/>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850" name="Google Shape;6850;p26"/>
            <p:cNvGrpSpPr/>
            <p:nvPr/>
          </p:nvGrpSpPr>
          <p:grpSpPr>
            <a:xfrm>
              <a:off x="1368910" y="4412249"/>
              <a:ext cx="674374" cy="674287"/>
              <a:chOff x="2491476" y="193182"/>
              <a:chExt cx="693729" cy="693640"/>
            </a:xfrm>
          </p:grpSpPr>
          <p:grpSp>
            <p:nvGrpSpPr>
              <p:cNvPr id="6851" name="Google Shape;6851;p26"/>
              <p:cNvGrpSpPr/>
              <p:nvPr/>
            </p:nvGrpSpPr>
            <p:grpSpPr>
              <a:xfrm>
                <a:off x="2491476" y="193182"/>
                <a:ext cx="693729" cy="693640"/>
                <a:chOff x="2491476" y="193182"/>
                <a:chExt cx="693729" cy="693640"/>
              </a:xfrm>
            </p:grpSpPr>
            <p:sp>
              <p:nvSpPr>
                <p:cNvPr id="6852" name="Google Shape;6852;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3" name="Google Shape;6853;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4" name="Google Shape;6854;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5" name="Google Shape;6855;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6" name="Google Shape;6856;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7" name="Google Shape;6857;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8" name="Google Shape;6858;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59" name="Google Shape;6859;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0" name="Google Shape;6860;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861" name="Google Shape;6861;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862" name="Google Shape;6862;p26"/>
            <p:cNvGrpSpPr/>
            <p:nvPr/>
          </p:nvGrpSpPr>
          <p:grpSpPr>
            <a:xfrm>
              <a:off x="2324397" y="4412206"/>
              <a:ext cx="674374" cy="674374"/>
              <a:chOff x="157640" y="503742"/>
              <a:chExt cx="693729" cy="693729"/>
            </a:xfrm>
          </p:grpSpPr>
          <p:sp>
            <p:nvSpPr>
              <p:cNvPr id="6863" name="Google Shape;6863;p26"/>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4" name="Google Shape;6864;p26"/>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5" name="Google Shape;6865;p26"/>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6" name="Google Shape;6866;p26"/>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7" name="Google Shape;6867;p26"/>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8" name="Google Shape;6868;p26"/>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69" name="Google Shape;6869;p26"/>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0" name="Google Shape;6870;p26"/>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1" name="Google Shape;6871;p26"/>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2" name="Google Shape;6872;p26"/>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873" name="Google Shape;6873;p26"/>
            <p:cNvGrpSpPr/>
            <p:nvPr/>
          </p:nvGrpSpPr>
          <p:grpSpPr>
            <a:xfrm>
              <a:off x="3279110" y="4412249"/>
              <a:ext cx="674374" cy="674287"/>
              <a:chOff x="2491476" y="193182"/>
              <a:chExt cx="693729" cy="693640"/>
            </a:xfrm>
          </p:grpSpPr>
          <p:grpSp>
            <p:nvGrpSpPr>
              <p:cNvPr id="6874" name="Google Shape;6874;p26"/>
              <p:cNvGrpSpPr/>
              <p:nvPr/>
            </p:nvGrpSpPr>
            <p:grpSpPr>
              <a:xfrm>
                <a:off x="2491476" y="193182"/>
                <a:ext cx="693729" cy="693640"/>
                <a:chOff x="2491476" y="193182"/>
                <a:chExt cx="693729" cy="693640"/>
              </a:xfrm>
            </p:grpSpPr>
            <p:sp>
              <p:nvSpPr>
                <p:cNvPr id="6875" name="Google Shape;6875;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6" name="Google Shape;6876;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7" name="Google Shape;6877;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8" name="Google Shape;6878;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79" name="Google Shape;6879;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0" name="Google Shape;6880;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1" name="Google Shape;6881;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2" name="Google Shape;6882;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3" name="Google Shape;6883;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884" name="Google Shape;6884;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885" name="Google Shape;6885;p26"/>
            <p:cNvGrpSpPr/>
            <p:nvPr/>
          </p:nvGrpSpPr>
          <p:grpSpPr>
            <a:xfrm>
              <a:off x="4235448" y="4412206"/>
              <a:ext cx="674374" cy="674374"/>
              <a:chOff x="157640" y="503742"/>
              <a:chExt cx="693729" cy="693729"/>
            </a:xfrm>
          </p:grpSpPr>
          <p:sp>
            <p:nvSpPr>
              <p:cNvPr id="6886" name="Google Shape;6886;p26"/>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7" name="Google Shape;6887;p26"/>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8" name="Google Shape;6888;p26"/>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9" name="Google Shape;6889;p26"/>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0" name="Google Shape;6890;p26"/>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1" name="Google Shape;6891;p26"/>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2" name="Google Shape;6892;p26"/>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3" name="Google Shape;6893;p26"/>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4" name="Google Shape;6894;p26"/>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5" name="Google Shape;6895;p26"/>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896" name="Google Shape;6896;p26"/>
            <p:cNvGrpSpPr/>
            <p:nvPr/>
          </p:nvGrpSpPr>
          <p:grpSpPr>
            <a:xfrm>
              <a:off x="5190162" y="4412249"/>
              <a:ext cx="674374" cy="674287"/>
              <a:chOff x="2491476" y="193182"/>
              <a:chExt cx="693729" cy="693640"/>
            </a:xfrm>
          </p:grpSpPr>
          <p:grpSp>
            <p:nvGrpSpPr>
              <p:cNvPr id="6897" name="Google Shape;6897;p26"/>
              <p:cNvGrpSpPr/>
              <p:nvPr/>
            </p:nvGrpSpPr>
            <p:grpSpPr>
              <a:xfrm>
                <a:off x="2491476" y="193182"/>
                <a:ext cx="693729" cy="693640"/>
                <a:chOff x="2491476" y="193182"/>
                <a:chExt cx="693729" cy="693640"/>
              </a:xfrm>
            </p:grpSpPr>
            <p:sp>
              <p:nvSpPr>
                <p:cNvPr id="6898" name="Google Shape;6898;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9" name="Google Shape;6899;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0" name="Google Shape;6900;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1" name="Google Shape;6901;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2" name="Google Shape;6902;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3" name="Google Shape;6903;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4" name="Google Shape;6904;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5" name="Google Shape;6905;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06" name="Google Shape;6906;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907" name="Google Shape;6907;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08" name="Google Shape;6908;p26"/>
            <p:cNvGrpSpPr/>
            <p:nvPr/>
          </p:nvGrpSpPr>
          <p:grpSpPr>
            <a:xfrm>
              <a:off x="6145649" y="4412206"/>
              <a:ext cx="674374" cy="674374"/>
              <a:chOff x="157640" y="503742"/>
              <a:chExt cx="693729" cy="693729"/>
            </a:xfrm>
          </p:grpSpPr>
          <p:sp>
            <p:nvSpPr>
              <p:cNvPr id="6909" name="Google Shape;6909;p26"/>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0" name="Google Shape;6910;p26"/>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1" name="Google Shape;6911;p26"/>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2" name="Google Shape;6912;p26"/>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3" name="Google Shape;6913;p26"/>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4" name="Google Shape;6914;p26"/>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5" name="Google Shape;6915;p26"/>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6" name="Google Shape;6916;p26"/>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7" name="Google Shape;6917;p26"/>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18" name="Google Shape;6918;p26"/>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19" name="Google Shape;6919;p26"/>
            <p:cNvGrpSpPr/>
            <p:nvPr/>
          </p:nvGrpSpPr>
          <p:grpSpPr>
            <a:xfrm>
              <a:off x="7100363" y="4412249"/>
              <a:ext cx="674374" cy="674287"/>
              <a:chOff x="2491476" y="193182"/>
              <a:chExt cx="693729" cy="693640"/>
            </a:xfrm>
          </p:grpSpPr>
          <p:grpSp>
            <p:nvGrpSpPr>
              <p:cNvPr id="6920" name="Google Shape;6920;p26"/>
              <p:cNvGrpSpPr/>
              <p:nvPr/>
            </p:nvGrpSpPr>
            <p:grpSpPr>
              <a:xfrm>
                <a:off x="2491476" y="193182"/>
                <a:ext cx="693729" cy="693640"/>
                <a:chOff x="2491476" y="193182"/>
                <a:chExt cx="693729" cy="693640"/>
              </a:xfrm>
            </p:grpSpPr>
            <p:sp>
              <p:nvSpPr>
                <p:cNvPr id="6921" name="Google Shape;6921;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2" name="Google Shape;6922;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3" name="Google Shape;6923;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4" name="Google Shape;6924;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5" name="Google Shape;6925;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6" name="Google Shape;6926;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7" name="Google Shape;6927;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8" name="Google Shape;6928;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29" name="Google Shape;6929;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930" name="Google Shape;6930;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31" name="Google Shape;6931;p26"/>
            <p:cNvGrpSpPr/>
            <p:nvPr/>
          </p:nvGrpSpPr>
          <p:grpSpPr>
            <a:xfrm>
              <a:off x="8055072" y="4412206"/>
              <a:ext cx="674374" cy="674374"/>
              <a:chOff x="157640" y="503742"/>
              <a:chExt cx="693729" cy="693729"/>
            </a:xfrm>
          </p:grpSpPr>
          <p:sp>
            <p:nvSpPr>
              <p:cNvPr id="6932" name="Google Shape;6932;p26"/>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3" name="Google Shape;6933;p26"/>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4" name="Google Shape;6934;p26"/>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5" name="Google Shape;6935;p26"/>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6" name="Google Shape;6936;p26"/>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7" name="Google Shape;6937;p26"/>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8" name="Google Shape;6938;p26"/>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39" name="Google Shape;6939;p26"/>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0" name="Google Shape;6940;p26"/>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1" name="Google Shape;6941;p26"/>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42" name="Google Shape;6942;p26"/>
            <p:cNvGrpSpPr/>
            <p:nvPr/>
          </p:nvGrpSpPr>
          <p:grpSpPr>
            <a:xfrm>
              <a:off x="-63789" y="4893478"/>
              <a:ext cx="674374" cy="674287"/>
              <a:chOff x="-327325" y="-12"/>
              <a:chExt cx="693729" cy="693640"/>
            </a:xfrm>
          </p:grpSpPr>
          <p:sp>
            <p:nvSpPr>
              <p:cNvPr id="6943" name="Google Shape;6943;p26"/>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4" name="Google Shape;6944;p26"/>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5" name="Google Shape;6945;p26"/>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6" name="Google Shape;6946;p26"/>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7" name="Google Shape;6947;p26"/>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8" name="Google Shape;6948;p26"/>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49" name="Google Shape;6949;p26"/>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0" name="Google Shape;6950;p26"/>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1" name="Google Shape;6951;p26"/>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2" name="Google Shape;6952;p26"/>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53" name="Google Shape;6953;p26"/>
            <p:cNvGrpSpPr/>
            <p:nvPr/>
          </p:nvGrpSpPr>
          <p:grpSpPr>
            <a:xfrm>
              <a:off x="891600" y="4893448"/>
              <a:ext cx="674374" cy="674346"/>
              <a:chOff x="655485" y="11886"/>
              <a:chExt cx="693729" cy="693701"/>
            </a:xfrm>
          </p:grpSpPr>
          <p:sp>
            <p:nvSpPr>
              <p:cNvPr id="6954" name="Google Shape;6954;p26"/>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5" name="Google Shape;6955;p26"/>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6" name="Google Shape;6956;p26"/>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7" name="Google Shape;6957;p26"/>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8" name="Google Shape;6958;p26"/>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59" name="Google Shape;6959;p26"/>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0" name="Google Shape;6960;p26"/>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1" name="Google Shape;6961;p26"/>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2" name="Google Shape;6962;p26"/>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3" name="Google Shape;6963;p26"/>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64" name="Google Shape;6964;p26"/>
            <p:cNvGrpSpPr/>
            <p:nvPr/>
          </p:nvGrpSpPr>
          <p:grpSpPr>
            <a:xfrm>
              <a:off x="1846983" y="4893478"/>
              <a:ext cx="674374" cy="674287"/>
              <a:chOff x="2491476" y="193182"/>
              <a:chExt cx="693729" cy="693640"/>
            </a:xfrm>
          </p:grpSpPr>
          <p:grpSp>
            <p:nvGrpSpPr>
              <p:cNvPr id="6965" name="Google Shape;6965;p26"/>
              <p:cNvGrpSpPr/>
              <p:nvPr/>
            </p:nvGrpSpPr>
            <p:grpSpPr>
              <a:xfrm>
                <a:off x="2491476" y="193182"/>
                <a:ext cx="693729" cy="693640"/>
                <a:chOff x="2491476" y="193182"/>
                <a:chExt cx="693729" cy="693640"/>
              </a:xfrm>
            </p:grpSpPr>
            <p:sp>
              <p:nvSpPr>
                <p:cNvPr id="6966" name="Google Shape;6966;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7" name="Google Shape;6967;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8" name="Google Shape;6968;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69" name="Google Shape;6969;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0" name="Google Shape;6970;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1" name="Google Shape;6971;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2" name="Google Shape;6972;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3" name="Google Shape;6973;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4" name="Google Shape;6974;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6975" name="Google Shape;6975;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76" name="Google Shape;6976;p26"/>
            <p:cNvGrpSpPr/>
            <p:nvPr/>
          </p:nvGrpSpPr>
          <p:grpSpPr>
            <a:xfrm>
              <a:off x="2802375" y="4893490"/>
              <a:ext cx="674374" cy="674287"/>
              <a:chOff x="-327325" y="-12"/>
              <a:chExt cx="693729" cy="693640"/>
            </a:xfrm>
          </p:grpSpPr>
          <p:sp>
            <p:nvSpPr>
              <p:cNvPr id="6977" name="Google Shape;6977;p26"/>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8" name="Google Shape;6978;p26"/>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79" name="Google Shape;6979;p26"/>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0" name="Google Shape;6980;p26"/>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1" name="Google Shape;6981;p26"/>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2" name="Google Shape;6982;p26"/>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3" name="Google Shape;6983;p26"/>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4" name="Google Shape;6984;p26"/>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5" name="Google Shape;6985;p26"/>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6" name="Google Shape;6986;p26"/>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87" name="Google Shape;6987;p26"/>
            <p:cNvGrpSpPr/>
            <p:nvPr/>
          </p:nvGrpSpPr>
          <p:grpSpPr>
            <a:xfrm>
              <a:off x="3757764" y="4893460"/>
              <a:ext cx="674374" cy="674346"/>
              <a:chOff x="655485" y="11886"/>
              <a:chExt cx="693729" cy="693701"/>
            </a:xfrm>
          </p:grpSpPr>
          <p:sp>
            <p:nvSpPr>
              <p:cNvPr id="6988" name="Google Shape;6988;p26"/>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89" name="Google Shape;6989;p26"/>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0" name="Google Shape;6990;p26"/>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1" name="Google Shape;6991;p26"/>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2" name="Google Shape;6992;p26"/>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3" name="Google Shape;6993;p26"/>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4" name="Google Shape;6994;p26"/>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5" name="Google Shape;6995;p26"/>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6" name="Google Shape;6996;p26"/>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997" name="Google Shape;6997;p26"/>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6998" name="Google Shape;6998;p26"/>
            <p:cNvGrpSpPr/>
            <p:nvPr/>
          </p:nvGrpSpPr>
          <p:grpSpPr>
            <a:xfrm>
              <a:off x="4713146" y="4893490"/>
              <a:ext cx="674374" cy="674287"/>
              <a:chOff x="2491476" y="193182"/>
              <a:chExt cx="693729" cy="693640"/>
            </a:xfrm>
          </p:grpSpPr>
          <p:grpSp>
            <p:nvGrpSpPr>
              <p:cNvPr id="6999" name="Google Shape;6999;p26"/>
              <p:cNvGrpSpPr/>
              <p:nvPr/>
            </p:nvGrpSpPr>
            <p:grpSpPr>
              <a:xfrm>
                <a:off x="2491476" y="193182"/>
                <a:ext cx="693729" cy="693640"/>
                <a:chOff x="2491476" y="193182"/>
                <a:chExt cx="693729" cy="693640"/>
              </a:xfrm>
            </p:grpSpPr>
            <p:sp>
              <p:nvSpPr>
                <p:cNvPr id="7000" name="Google Shape;7000;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1" name="Google Shape;7001;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2" name="Google Shape;7002;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3" name="Google Shape;7003;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4" name="Google Shape;7004;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5" name="Google Shape;7005;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6" name="Google Shape;7006;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7" name="Google Shape;7007;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08" name="Google Shape;7008;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009" name="Google Shape;7009;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010" name="Google Shape;7010;p26"/>
            <p:cNvGrpSpPr/>
            <p:nvPr/>
          </p:nvGrpSpPr>
          <p:grpSpPr>
            <a:xfrm>
              <a:off x="5668539" y="4893465"/>
              <a:ext cx="674374" cy="674287"/>
              <a:chOff x="-327325" y="-12"/>
              <a:chExt cx="693729" cy="693640"/>
            </a:xfrm>
          </p:grpSpPr>
          <p:sp>
            <p:nvSpPr>
              <p:cNvPr id="7011" name="Google Shape;7011;p26"/>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2" name="Google Shape;7012;p26"/>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3" name="Google Shape;7013;p26"/>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4" name="Google Shape;7014;p26"/>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5" name="Google Shape;7015;p26"/>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6" name="Google Shape;7016;p26"/>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7" name="Google Shape;7017;p26"/>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8" name="Google Shape;7018;p26"/>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19" name="Google Shape;7019;p26"/>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0" name="Google Shape;7020;p26"/>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021" name="Google Shape;7021;p26"/>
            <p:cNvGrpSpPr/>
            <p:nvPr/>
          </p:nvGrpSpPr>
          <p:grpSpPr>
            <a:xfrm>
              <a:off x="6623928" y="4893436"/>
              <a:ext cx="674374" cy="674346"/>
              <a:chOff x="655485" y="11886"/>
              <a:chExt cx="693729" cy="693701"/>
            </a:xfrm>
          </p:grpSpPr>
          <p:sp>
            <p:nvSpPr>
              <p:cNvPr id="7022" name="Google Shape;7022;p26"/>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3" name="Google Shape;7023;p26"/>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4" name="Google Shape;7024;p26"/>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5" name="Google Shape;7025;p26"/>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6" name="Google Shape;7026;p26"/>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7" name="Google Shape;7027;p26"/>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8" name="Google Shape;7028;p26"/>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29" name="Google Shape;7029;p26"/>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0" name="Google Shape;7030;p26"/>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1" name="Google Shape;7031;p26"/>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032" name="Google Shape;7032;p26"/>
            <p:cNvGrpSpPr/>
            <p:nvPr/>
          </p:nvGrpSpPr>
          <p:grpSpPr>
            <a:xfrm>
              <a:off x="7579310" y="4893465"/>
              <a:ext cx="674374" cy="674287"/>
              <a:chOff x="2491476" y="193182"/>
              <a:chExt cx="693729" cy="693640"/>
            </a:xfrm>
          </p:grpSpPr>
          <p:grpSp>
            <p:nvGrpSpPr>
              <p:cNvPr id="7033" name="Google Shape;7033;p26"/>
              <p:cNvGrpSpPr/>
              <p:nvPr/>
            </p:nvGrpSpPr>
            <p:grpSpPr>
              <a:xfrm>
                <a:off x="2491476" y="193182"/>
                <a:ext cx="693729" cy="693640"/>
                <a:chOff x="2491476" y="193182"/>
                <a:chExt cx="693729" cy="693640"/>
              </a:xfrm>
            </p:grpSpPr>
            <p:sp>
              <p:nvSpPr>
                <p:cNvPr id="7034" name="Google Shape;7034;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5" name="Google Shape;7035;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6" name="Google Shape;7036;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7" name="Google Shape;7037;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8" name="Google Shape;7038;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39" name="Google Shape;7039;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0" name="Google Shape;7040;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1" name="Google Shape;7041;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2" name="Google Shape;7042;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043" name="Google Shape;7043;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044" name="Google Shape;7044;p26"/>
            <p:cNvGrpSpPr/>
            <p:nvPr/>
          </p:nvGrpSpPr>
          <p:grpSpPr>
            <a:xfrm>
              <a:off x="8534690" y="4893465"/>
              <a:ext cx="674374" cy="674287"/>
              <a:chOff x="2491476" y="193182"/>
              <a:chExt cx="693729" cy="693640"/>
            </a:xfrm>
          </p:grpSpPr>
          <p:grpSp>
            <p:nvGrpSpPr>
              <p:cNvPr id="7045" name="Google Shape;7045;p26"/>
              <p:cNvGrpSpPr/>
              <p:nvPr/>
            </p:nvGrpSpPr>
            <p:grpSpPr>
              <a:xfrm>
                <a:off x="2491476" y="193182"/>
                <a:ext cx="693729" cy="693640"/>
                <a:chOff x="2491476" y="193182"/>
                <a:chExt cx="693729" cy="693640"/>
              </a:xfrm>
            </p:grpSpPr>
            <p:sp>
              <p:nvSpPr>
                <p:cNvPr id="7046" name="Google Shape;7046;p26"/>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7" name="Google Shape;7047;p26"/>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8" name="Google Shape;7048;p26"/>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49" name="Google Shape;7049;p26"/>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50" name="Google Shape;7050;p26"/>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51" name="Google Shape;7051;p26"/>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52" name="Google Shape;7052;p26"/>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53" name="Google Shape;7053;p26"/>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54" name="Google Shape;7054;p26"/>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055" name="Google Shape;7055;p26"/>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7056"/>
        <p:cNvGrpSpPr/>
        <p:nvPr/>
      </p:nvGrpSpPr>
      <p:grpSpPr>
        <a:xfrm>
          <a:off x="0" y="0"/>
          <a:ext cx="0" cy="0"/>
          <a:chOff x="0" y="0"/>
          <a:chExt cx="0" cy="0"/>
        </a:xfrm>
      </p:grpSpPr>
      <p:sp>
        <p:nvSpPr>
          <p:cNvPr id="7057" name="Google Shape;7057;p27"/>
          <p:cNvSpPr txBox="1">
            <a:spLocks noGrp="1"/>
          </p:cNvSpPr>
          <p:nvPr>
            <p:ph type="subTitle" idx="1"/>
          </p:nvPr>
        </p:nvSpPr>
        <p:spPr>
          <a:xfrm>
            <a:off x="1618087" y="2037725"/>
            <a:ext cx="28059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058" name="Google Shape;7058;p27"/>
          <p:cNvSpPr txBox="1">
            <a:spLocks noGrp="1"/>
          </p:cNvSpPr>
          <p:nvPr>
            <p:ph type="subTitle" idx="2"/>
          </p:nvPr>
        </p:nvSpPr>
        <p:spPr>
          <a:xfrm>
            <a:off x="5474738" y="2037750"/>
            <a:ext cx="28059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059" name="Google Shape;7059;p27"/>
          <p:cNvSpPr txBox="1">
            <a:spLocks noGrp="1"/>
          </p:cNvSpPr>
          <p:nvPr>
            <p:ph type="subTitle" idx="3"/>
          </p:nvPr>
        </p:nvSpPr>
        <p:spPr>
          <a:xfrm>
            <a:off x="1618087" y="3447450"/>
            <a:ext cx="28059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060" name="Google Shape;7060;p27"/>
          <p:cNvSpPr txBox="1">
            <a:spLocks noGrp="1"/>
          </p:cNvSpPr>
          <p:nvPr>
            <p:ph type="subTitle" idx="4"/>
          </p:nvPr>
        </p:nvSpPr>
        <p:spPr>
          <a:xfrm>
            <a:off x="5474738" y="3447475"/>
            <a:ext cx="2805900" cy="623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061" name="Google Shape;7061;p27"/>
          <p:cNvSpPr txBox="1">
            <a:spLocks noGrp="1"/>
          </p:cNvSpPr>
          <p:nvPr>
            <p:ph type="subTitle" idx="5"/>
          </p:nvPr>
        </p:nvSpPr>
        <p:spPr>
          <a:xfrm>
            <a:off x="1618087" y="1707425"/>
            <a:ext cx="28059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062" name="Google Shape;7062;p27"/>
          <p:cNvSpPr txBox="1">
            <a:spLocks noGrp="1"/>
          </p:cNvSpPr>
          <p:nvPr>
            <p:ph type="subTitle" idx="6"/>
          </p:nvPr>
        </p:nvSpPr>
        <p:spPr>
          <a:xfrm>
            <a:off x="1618087" y="3117200"/>
            <a:ext cx="28059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063" name="Google Shape;7063;p27"/>
          <p:cNvSpPr txBox="1">
            <a:spLocks noGrp="1"/>
          </p:cNvSpPr>
          <p:nvPr>
            <p:ph type="subTitle" idx="7"/>
          </p:nvPr>
        </p:nvSpPr>
        <p:spPr>
          <a:xfrm>
            <a:off x="5474738" y="1707450"/>
            <a:ext cx="28059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064" name="Google Shape;7064;p27"/>
          <p:cNvSpPr txBox="1">
            <a:spLocks noGrp="1"/>
          </p:cNvSpPr>
          <p:nvPr>
            <p:ph type="subTitle" idx="8"/>
          </p:nvPr>
        </p:nvSpPr>
        <p:spPr>
          <a:xfrm>
            <a:off x="5474738" y="3117225"/>
            <a:ext cx="2805900" cy="4671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Poller One"/>
              <a:buNone/>
              <a:defRPr sz="20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065" name="Google Shape;7065;p27"/>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7066" name="Google Shape;7066;p27"/>
          <p:cNvGrpSpPr/>
          <p:nvPr/>
        </p:nvGrpSpPr>
        <p:grpSpPr>
          <a:xfrm>
            <a:off x="-167978" y="-134375"/>
            <a:ext cx="9440037" cy="674387"/>
            <a:chOff x="-167978" y="-144600"/>
            <a:chExt cx="9440037" cy="674387"/>
          </a:xfrm>
        </p:grpSpPr>
        <p:grpSp>
          <p:nvGrpSpPr>
            <p:cNvPr id="7067" name="Google Shape;7067;p27"/>
            <p:cNvGrpSpPr/>
            <p:nvPr/>
          </p:nvGrpSpPr>
          <p:grpSpPr>
            <a:xfrm rot="10800000">
              <a:off x="3203885" y="-144557"/>
              <a:ext cx="674374" cy="674287"/>
              <a:chOff x="2491476" y="193182"/>
              <a:chExt cx="693729" cy="693640"/>
            </a:xfrm>
          </p:grpSpPr>
          <p:grpSp>
            <p:nvGrpSpPr>
              <p:cNvPr id="7068" name="Google Shape;7068;p27"/>
              <p:cNvGrpSpPr/>
              <p:nvPr/>
            </p:nvGrpSpPr>
            <p:grpSpPr>
              <a:xfrm>
                <a:off x="2491476" y="193182"/>
                <a:ext cx="693729" cy="693640"/>
                <a:chOff x="2491476" y="193182"/>
                <a:chExt cx="693729" cy="693640"/>
              </a:xfrm>
            </p:grpSpPr>
            <p:sp>
              <p:nvSpPr>
                <p:cNvPr id="7069" name="Google Shape;7069;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0" name="Google Shape;7070;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1" name="Google Shape;7071;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2" name="Google Shape;7072;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3" name="Google Shape;7073;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4" name="Google Shape;7074;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5" name="Google Shape;7075;p2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6" name="Google Shape;7076;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77" name="Google Shape;7077;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078" name="Google Shape;7078;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079" name="Google Shape;7079;p27"/>
            <p:cNvGrpSpPr/>
            <p:nvPr/>
          </p:nvGrpSpPr>
          <p:grpSpPr>
            <a:xfrm rot="10800000">
              <a:off x="2529523" y="-144600"/>
              <a:ext cx="674374" cy="674374"/>
              <a:chOff x="157640" y="503742"/>
              <a:chExt cx="693729" cy="693729"/>
            </a:xfrm>
          </p:grpSpPr>
          <p:sp>
            <p:nvSpPr>
              <p:cNvPr id="7080" name="Google Shape;7080;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1" name="Google Shape;7081;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2" name="Google Shape;7082;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3" name="Google Shape;7083;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4" name="Google Shape;7084;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5" name="Google Shape;7085;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6" name="Google Shape;7086;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7" name="Google Shape;7087;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8" name="Google Shape;7088;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89" name="Google Shape;7089;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090" name="Google Shape;7090;p27"/>
            <p:cNvGrpSpPr/>
            <p:nvPr/>
          </p:nvGrpSpPr>
          <p:grpSpPr>
            <a:xfrm rot="10800000">
              <a:off x="1856347" y="-144557"/>
              <a:ext cx="674374" cy="674287"/>
              <a:chOff x="2491476" y="193182"/>
              <a:chExt cx="693729" cy="693640"/>
            </a:xfrm>
          </p:grpSpPr>
          <p:grpSp>
            <p:nvGrpSpPr>
              <p:cNvPr id="7091" name="Google Shape;7091;p27"/>
              <p:cNvGrpSpPr/>
              <p:nvPr/>
            </p:nvGrpSpPr>
            <p:grpSpPr>
              <a:xfrm>
                <a:off x="2491476" y="193182"/>
                <a:ext cx="693729" cy="693640"/>
                <a:chOff x="2491476" y="193182"/>
                <a:chExt cx="693729" cy="693640"/>
              </a:xfrm>
            </p:grpSpPr>
            <p:sp>
              <p:nvSpPr>
                <p:cNvPr id="7092" name="Google Shape;7092;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3" name="Google Shape;7093;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4" name="Google Shape;7094;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5" name="Google Shape;7095;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6" name="Google Shape;7096;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7" name="Google Shape;7097;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8" name="Google Shape;7098;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099" name="Google Shape;7099;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0" name="Google Shape;7100;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101" name="Google Shape;7101;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02" name="Google Shape;7102;p27"/>
            <p:cNvGrpSpPr/>
            <p:nvPr/>
          </p:nvGrpSpPr>
          <p:grpSpPr>
            <a:xfrm rot="10800000">
              <a:off x="1180771" y="-144600"/>
              <a:ext cx="674374" cy="674374"/>
              <a:chOff x="157640" y="503742"/>
              <a:chExt cx="693729" cy="693729"/>
            </a:xfrm>
          </p:grpSpPr>
          <p:sp>
            <p:nvSpPr>
              <p:cNvPr id="7103" name="Google Shape;7103;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4" name="Google Shape;7104;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5" name="Google Shape;7105;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6" name="Google Shape;7106;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7" name="Google Shape;7107;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8" name="Google Shape;7108;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09" name="Google Shape;7109;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0" name="Google Shape;7110;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1" name="Google Shape;7111;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2" name="Google Shape;7112;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13" name="Google Shape;7113;p27"/>
            <p:cNvGrpSpPr/>
            <p:nvPr/>
          </p:nvGrpSpPr>
          <p:grpSpPr>
            <a:xfrm rot="10800000">
              <a:off x="3878272" y="-144600"/>
              <a:ext cx="674374" cy="674374"/>
              <a:chOff x="157640" y="503742"/>
              <a:chExt cx="693729" cy="693729"/>
            </a:xfrm>
          </p:grpSpPr>
          <p:sp>
            <p:nvSpPr>
              <p:cNvPr id="7114" name="Google Shape;7114;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5" name="Google Shape;7115;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6" name="Google Shape;7116;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7" name="Google Shape;7117;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8" name="Google Shape;7118;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19" name="Google Shape;7119;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0" name="Google Shape;7120;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1" name="Google Shape;7121;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2" name="Google Shape;7122;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3" name="Google Shape;7123;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24" name="Google Shape;7124;p27"/>
            <p:cNvGrpSpPr/>
            <p:nvPr/>
          </p:nvGrpSpPr>
          <p:grpSpPr>
            <a:xfrm rot="10800000">
              <a:off x="4551447" y="-144562"/>
              <a:ext cx="674374" cy="674287"/>
              <a:chOff x="-327325" y="-12"/>
              <a:chExt cx="693729" cy="693640"/>
            </a:xfrm>
          </p:grpSpPr>
          <p:sp>
            <p:nvSpPr>
              <p:cNvPr id="7125" name="Google Shape;7125;p2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6" name="Google Shape;7126;p2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7" name="Google Shape;7127;p2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8" name="Google Shape;7128;p2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29" name="Google Shape;7129;p2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0" name="Google Shape;7130;p2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1" name="Google Shape;7131;p2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2" name="Google Shape;7132;p2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3" name="Google Shape;7133;p2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4" name="Google Shape;7134;p2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35" name="Google Shape;7135;p27"/>
            <p:cNvGrpSpPr/>
            <p:nvPr/>
          </p:nvGrpSpPr>
          <p:grpSpPr>
            <a:xfrm rot="10800000">
              <a:off x="505198" y="-144588"/>
              <a:ext cx="674374" cy="674374"/>
              <a:chOff x="157640" y="503742"/>
              <a:chExt cx="693729" cy="693729"/>
            </a:xfrm>
          </p:grpSpPr>
          <p:sp>
            <p:nvSpPr>
              <p:cNvPr id="7136" name="Google Shape;7136;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7" name="Google Shape;7137;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8" name="Google Shape;7138;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39" name="Google Shape;7139;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0" name="Google Shape;7140;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1" name="Google Shape;7141;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2" name="Google Shape;7142;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3" name="Google Shape;7143;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4" name="Google Shape;7144;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5" name="Google Shape;7145;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46" name="Google Shape;7146;p27"/>
            <p:cNvGrpSpPr/>
            <p:nvPr/>
          </p:nvGrpSpPr>
          <p:grpSpPr>
            <a:xfrm rot="10800000">
              <a:off x="-167978" y="-144544"/>
              <a:ext cx="674374" cy="674287"/>
              <a:chOff x="2491476" y="193182"/>
              <a:chExt cx="693729" cy="693640"/>
            </a:xfrm>
          </p:grpSpPr>
          <p:grpSp>
            <p:nvGrpSpPr>
              <p:cNvPr id="7147" name="Google Shape;7147;p27"/>
              <p:cNvGrpSpPr/>
              <p:nvPr/>
            </p:nvGrpSpPr>
            <p:grpSpPr>
              <a:xfrm>
                <a:off x="2491476" y="193182"/>
                <a:ext cx="693729" cy="693640"/>
                <a:chOff x="2491476" y="193182"/>
                <a:chExt cx="693729" cy="693640"/>
              </a:xfrm>
            </p:grpSpPr>
            <p:sp>
              <p:nvSpPr>
                <p:cNvPr id="7148" name="Google Shape;7148;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49" name="Google Shape;7149;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0" name="Google Shape;7150;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1" name="Google Shape;7151;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2" name="Google Shape;7152;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3" name="Google Shape;7153;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4" name="Google Shape;7154;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5" name="Google Shape;7155;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56" name="Google Shape;7156;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157" name="Google Shape;7157;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58" name="Google Shape;7158;p27"/>
            <p:cNvGrpSpPr/>
            <p:nvPr/>
          </p:nvGrpSpPr>
          <p:grpSpPr>
            <a:xfrm rot="10800000">
              <a:off x="8597685" y="-144557"/>
              <a:ext cx="674374" cy="674287"/>
              <a:chOff x="2491476" y="193182"/>
              <a:chExt cx="693729" cy="693640"/>
            </a:xfrm>
          </p:grpSpPr>
          <p:grpSp>
            <p:nvGrpSpPr>
              <p:cNvPr id="7159" name="Google Shape;7159;p27"/>
              <p:cNvGrpSpPr/>
              <p:nvPr/>
            </p:nvGrpSpPr>
            <p:grpSpPr>
              <a:xfrm>
                <a:off x="2491476" y="193182"/>
                <a:ext cx="693729" cy="693640"/>
                <a:chOff x="2491476" y="193182"/>
                <a:chExt cx="693729" cy="693640"/>
              </a:xfrm>
            </p:grpSpPr>
            <p:sp>
              <p:nvSpPr>
                <p:cNvPr id="7160" name="Google Shape;7160;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1" name="Google Shape;7161;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2" name="Google Shape;7162;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3" name="Google Shape;7163;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4" name="Google Shape;7164;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5" name="Google Shape;7165;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6" name="Google Shape;7166;p2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7" name="Google Shape;7167;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68" name="Google Shape;7168;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169" name="Google Shape;7169;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70" name="Google Shape;7170;p27"/>
            <p:cNvGrpSpPr/>
            <p:nvPr/>
          </p:nvGrpSpPr>
          <p:grpSpPr>
            <a:xfrm rot="10800000">
              <a:off x="7923323" y="-144600"/>
              <a:ext cx="674374" cy="674374"/>
              <a:chOff x="157640" y="503742"/>
              <a:chExt cx="693729" cy="693729"/>
            </a:xfrm>
          </p:grpSpPr>
          <p:sp>
            <p:nvSpPr>
              <p:cNvPr id="7171" name="Google Shape;7171;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2" name="Google Shape;7172;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3" name="Google Shape;7173;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4" name="Google Shape;7174;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5" name="Google Shape;7175;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6" name="Google Shape;7176;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7" name="Google Shape;7177;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8" name="Google Shape;7178;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79" name="Google Shape;7179;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0" name="Google Shape;7180;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81" name="Google Shape;7181;p27"/>
            <p:cNvGrpSpPr/>
            <p:nvPr/>
          </p:nvGrpSpPr>
          <p:grpSpPr>
            <a:xfrm rot="10800000">
              <a:off x="7250147" y="-144557"/>
              <a:ext cx="674374" cy="674287"/>
              <a:chOff x="2491476" y="193182"/>
              <a:chExt cx="693729" cy="693640"/>
            </a:xfrm>
          </p:grpSpPr>
          <p:grpSp>
            <p:nvGrpSpPr>
              <p:cNvPr id="7182" name="Google Shape;7182;p27"/>
              <p:cNvGrpSpPr/>
              <p:nvPr/>
            </p:nvGrpSpPr>
            <p:grpSpPr>
              <a:xfrm>
                <a:off x="2491476" y="193182"/>
                <a:ext cx="693729" cy="693640"/>
                <a:chOff x="2491476" y="193182"/>
                <a:chExt cx="693729" cy="693640"/>
              </a:xfrm>
            </p:grpSpPr>
            <p:sp>
              <p:nvSpPr>
                <p:cNvPr id="7183" name="Google Shape;7183;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4" name="Google Shape;7184;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5" name="Google Shape;7185;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6" name="Google Shape;7186;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7" name="Google Shape;7187;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8" name="Google Shape;7188;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89" name="Google Shape;7189;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0" name="Google Shape;7190;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1" name="Google Shape;7191;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192" name="Google Shape;7192;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193" name="Google Shape;7193;p27"/>
            <p:cNvGrpSpPr/>
            <p:nvPr/>
          </p:nvGrpSpPr>
          <p:grpSpPr>
            <a:xfrm rot="10800000">
              <a:off x="6574571" y="-144600"/>
              <a:ext cx="674374" cy="674374"/>
              <a:chOff x="157640" y="503742"/>
              <a:chExt cx="693729" cy="693729"/>
            </a:xfrm>
          </p:grpSpPr>
          <p:sp>
            <p:nvSpPr>
              <p:cNvPr id="7194" name="Google Shape;7194;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5" name="Google Shape;7195;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6" name="Google Shape;7196;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7" name="Google Shape;7197;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8" name="Google Shape;7198;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199" name="Google Shape;7199;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0" name="Google Shape;7200;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1" name="Google Shape;7201;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2" name="Google Shape;7202;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3" name="Google Shape;7203;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04" name="Google Shape;7204;p27"/>
            <p:cNvGrpSpPr/>
            <p:nvPr/>
          </p:nvGrpSpPr>
          <p:grpSpPr>
            <a:xfrm rot="10800000">
              <a:off x="5898998" y="-144588"/>
              <a:ext cx="674374" cy="674374"/>
              <a:chOff x="157640" y="503742"/>
              <a:chExt cx="693729" cy="693729"/>
            </a:xfrm>
          </p:grpSpPr>
          <p:sp>
            <p:nvSpPr>
              <p:cNvPr id="7205" name="Google Shape;7205;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6" name="Google Shape;7206;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7" name="Google Shape;7207;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8" name="Google Shape;7208;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09" name="Google Shape;7209;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0" name="Google Shape;7210;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1" name="Google Shape;7211;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2" name="Google Shape;7212;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3" name="Google Shape;7213;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4" name="Google Shape;7214;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15" name="Google Shape;7215;p27"/>
            <p:cNvGrpSpPr/>
            <p:nvPr/>
          </p:nvGrpSpPr>
          <p:grpSpPr>
            <a:xfrm rot="10800000">
              <a:off x="5225822" y="-144544"/>
              <a:ext cx="674374" cy="674287"/>
              <a:chOff x="2491476" y="193182"/>
              <a:chExt cx="693729" cy="693640"/>
            </a:xfrm>
          </p:grpSpPr>
          <p:grpSp>
            <p:nvGrpSpPr>
              <p:cNvPr id="7216" name="Google Shape;7216;p27"/>
              <p:cNvGrpSpPr/>
              <p:nvPr/>
            </p:nvGrpSpPr>
            <p:grpSpPr>
              <a:xfrm>
                <a:off x="2491476" y="193182"/>
                <a:ext cx="693729" cy="693640"/>
                <a:chOff x="2491476" y="193182"/>
                <a:chExt cx="693729" cy="693640"/>
              </a:xfrm>
            </p:grpSpPr>
            <p:sp>
              <p:nvSpPr>
                <p:cNvPr id="7217" name="Google Shape;7217;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8" name="Google Shape;7218;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19" name="Google Shape;7219;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0" name="Google Shape;7220;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1" name="Google Shape;7221;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2" name="Google Shape;7222;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3" name="Google Shape;7223;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4" name="Google Shape;7224;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25" name="Google Shape;7225;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226" name="Google Shape;7226;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grpSp>
        <p:nvGrpSpPr>
          <p:cNvPr id="7227" name="Google Shape;7227;p27"/>
          <p:cNvGrpSpPr/>
          <p:nvPr/>
        </p:nvGrpSpPr>
        <p:grpSpPr>
          <a:xfrm>
            <a:off x="-167978" y="4603500"/>
            <a:ext cx="9440037" cy="674387"/>
            <a:chOff x="-167978" y="-144600"/>
            <a:chExt cx="9440037" cy="674387"/>
          </a:xfrm>
        </p:grpSpPr>
        <p:grpSp>
          <p:nvGrpSpPr>
            <p:cNvPr id="7228" name="Google Shape;7228;p27"/>
            <p:cNvGrpSpPr/>
            <p:nvPr/>
          </p:nvGrpSpPr>
          <p:grpSpPr>
            <a:xfrm rot="10800000">
              <a:off x="3203885" y="-144557"/>
              <a:ext cx="674374" cy="674287"/>
              <a:chOff x="2491476" y="193182"/>
              <a:chExt cx="693729" cy="693640"/>
            </a:xfrm>
          </p:grpSpPr>
          <p:grpSp>
            <p:nvGrpSpPr>
              <p:cNvPr id="7229" name="Google Shape;7229;p27"/>
              <p:cNvGrpSpPr/>
              <p:nvPr/>
            </p:nvGrpSpPr>
            <p:grpSpPr>
              <a:xfrm>
                <a:off x="2491476" y="193182"/>
                <a:ext cx="693729" cy="693640"/>
                <a:chOff x="2491476" y="193182"/>
                <a:chExt cx="693729" cy="693640"/>
              </a:xfrm>
            </p:grpSpPr>
            <p:sp>
              <p:nvSpPr>
                <p:cNvPr id="7230" name="Google Shape;7230;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1" name="Google Shape;7231;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2" name="Google Shape;7232;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3" name="Google Shape;7233;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4" name="Google Shape;7234;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5" name="Google Shape;7235;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6" name="Google Shape;7236;p2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7" name="Google Shape;7237;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38" name="Google Shape;7238;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239" name="Google Shape;7239;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40" name="Google Shape;7240;p27"/>
            <p:cNvGrpSpPr/>
            <p:nvPr/>
          </p:nvGrpSpPr>
          <p:grpSpPr>
            <a:xfrm rot="10800000">
              <a:off x="2529523" y="-144600"/>
              <a:ext cx="674374" cy="674374"/>
              <a:chOff x="157640" y="503742"/>
              <a:chExt cx="693729" cy="693729"/>
            </a:xfrm>
          </p:grpSpPr>
          <p:sp>
            <p:nvSpPr>
              <p:cNvPr id="7241" name="Google Shape;7241;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2" name="Google Shape;7242;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3" name="Google Shape;7243;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4" name="Google Shape;7244;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5" name="Google Shape;7245;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6" name="Google Shape;7246;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7" name="Google Shape;7247;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8" name="Google Shape;7248;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49" name="Google Shape;7249;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0" name="Google Shape;7250;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51" name="Google Shape;7251;p27"/>
            <p:cNvGrpSpPr/>
            <p:nvPr/>
          </p:nvGrpSpPr>
          <p:grpSpPr>
            <a:xfrm rot="10800000">
              <a:off x="1856347" y="-144557"/>
              <a:ext cx="674374" cy="674287"/>
              <a:chOff x="2491476" y="193182"/>
              <a:chExt cx="693729" cy="693640"/>
            </a:xfrm>
          </p:grpSpPr>
          <p:grpSp>
            <p:nvGrpSpPr>
              <p:cNvPr id="7252" name="Google Shape;7252;p27"/>
              <p:cNvGrpSpPr/>
              <p:nvPr/>
            </p:nvGrpSpPr>
            <p:grpSpPr>
              <a:xfrm>
                <a:off x="2491476" y="193182"/>
                <a:ext cx="693729" cy="693640"/>
                <a:chOff x="2491476" y="193182"/>
                <a:chExt cx="693729" cy="693640"/>
              </a:xfrm>
            </p:grpSpPr>
            <p:sp>
              <p:nvSpPr>
                <p:cNvPr id="7253" name="Google Shape;7253;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4" name="Google Shape;7254;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5" name="Google Shape;7255;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6" name="Google Shape;7256;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7" name="Google Shape;7257;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8" name="Google Shape;7258;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59" name="Google Shape;7259;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0" name="Google Shape;7260;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1" name="Google Shape;7261;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262" name="Google Shape;7262;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63" name="Google Shape;7263;p27"/>
            <p:cNvGrpSpPr/>
            <p:nvPr/>
          </p:nvGrpSpPr>
          <p:grpSpPr>
            <a:xfrm rot="10800000">
              <a:off x="1180771" y="-144600"/>
              <a:ext cx="674374" cy="674374"/>
              <a:chOff x="157640" y="503742"/>
              <a:chExt cx="693729" cy="693729"/>
            </a:xfrm>
          </p:grpSpPr>
          <p:sp>
            <p:nvSpPr>
              <p:cNvPr id="7264" name="Google Shape;7264;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5" name="Google Shape;7265;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6" name="Google Shape;7266;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7" name="Google Shape;7267;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8" name="Google Shape;7268;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69" name="Google Shape;7269;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0" name="Google Shape;7270;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1" name="Google Shape;7271;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2" name="Google Shape;7272;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3" name="Google Shape;7273;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74" name="Google Shape;7274;p27"/>
            <p:cNvGrpSpPr/>
            <p:nvPr/>
          </p:nvGrpSpPr>
          <p:grpSpPr>
            <a:xfrm rot="10800000">
              <a:off x="3878272" y="-144600"/>
              <a:ext cx="674374" cy="674374"/>
              <a:chOff x="157640" y="503742"/>
              <a:chExt cx="693729" cy="693729"/>
            </a:xfrm>
          </p:grpSpPr>
          <p:sp>
            <p:nvSpPr>
              <p:cNvPr id="7275" name="Google Shape;7275;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6" name="Google Shape;7276;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7" name="Google Shape;7277;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8" name="Google Shape;7278;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79" name="Google Shape;7279;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0" name="Google Shape;7280;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1" name="Google Shape;7281;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2" name="Google Shape;7282;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3" name="Google Shape;7283;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4" name="Google Shape;7284;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85" name="Google Shape;7285;p27"/>
            <p:cNvGrpSpPr/>
            <p:nvPr/>
          </p:nvGrpSpPr>
          <p:grpSpPr>
            <a:xfrm rot="10800000">
              <a:off x="4551447" y="-144562"/>
              <a:ext cx="674374" cy="674287"/>
              <a:chOff x="-327325" y="-12"/>
              <a:chExt cx="693729" cy="693640"/>
            </a:xfrm>
          </p:grpSpPr>
          <p:sp>
            <p:nvSpPr>
              <p:cNvPr id="7286" name="Google Shape;7286;p2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7" name="Google Shape;7287;p2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8" name="Google Shape;7288;p2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89" name="Google Shape;7289;p2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0" name="Google Shape;7290;p2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1" name="Google Shape;7291;p2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2" name="Google Shape;7292;p2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3" name="Google Shape;7293;p2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4" name="Google Shape;7294;p2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5" name="Google Shape;7295;p2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296" name="Google Shape;7296;p27"/>
            <p:cNvGrpSpPr/>
            <p:nvPr/>
          </p:nvGrpSpPr>
          <p:grpSpPr>
            <a:xfrm rot="10800000">
              <a:off x="505198" y="-144588"/>
              <a:ext cx="674374" cy="674374"/>
              <a:chOff x="157640" y="503742"/>
              <a:chExt cx="693729" cy="693729"/>
            </a:xfrm>
          </p:grpSpPr>
          <p:sp>
            <p:nvSpPr>
              <p:cNvPr id="7297" name="Google Shape;7297;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8" name="Google Shape;7298;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9" name="Google Shape;7299;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0" name="Google Shape;7300;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1" name="Google Shape;7301;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2" name="Google Shape;7302;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3" name="Google Shape;7303;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4" name="Google Shape;7304;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5" name="Google Shape;7305;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6" name="Google Shape;7306;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07" name="Google Shape;7307;p27"/>
            <p:cNvGrpSpPr/>
            <p:nvPr/>
          </p:nvGrpSpPr>
          <p:grpSpPr>
            <a:xfrm rot="10800000">
              <a:off x="-167978" y="-144544"/>
              <a:ext cx="674374" cy="674287"/>
              <a:chOff x="2491476" y="193182"/>
              <a:chExt cx="693729" cy="693640"/>
            </a:xfrm>
          </p:grpSpPr>
          <p:grpSp>
            <p:nvGrpSpPr>
              <p:cNvPr id="7308" name="Google Shape;7308;p27"/>
              <p:cNvGrpSpPr/>
              <p:nvPr/>
            </p:nvGrpSpPr>
            <p:grpSpPr>
              <a:xfrm>
                <a:off x="2491476" y="193182"/>
                <a:ext cx="693729" cy="693640"/>
                <a:chOff x="2491476" y="193182"/>
                <a:chExt cx="693729" cy="693640"/>
              </a:xfrm>
            </p:grpSpPr>
            <p:sp>
              <p:nvSpPr>
                <p:cNvPr id="7309" name="Google Shape;7309;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0" name="Google Shape;7310;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1" name="Google Shape;7311;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2" name="Google Shape;7312;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3" name="Google Shape;7313;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4" name="Google Shape;7314;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5" name="Google Shape;7315;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6" name="Google Shape;7316;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7" name="Google Shape;7317;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318" name="Google Shape;7318;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19" name="Google Shape;7319;p27"/>
            <p:cNvGrpSpPr/>
            <p:nvPr/>
          </p:nvGrpSpPr>
          <p:grpSpPr>
            <a:xfrm rot="10800000">
              <a:off x="8597685" y="-144557"/>
              <a:ext cx="674374" cy="674287"/>
              <a:chOff x="2491476" y="193182"/>
              <a:chExt cx="693729" cy="693640"/>
            </a:xfrm>
          </p:grpSpPr>
          <p:grpSp>
            <p:nvGrpSpPr>
              <p:cNvPr id="7320" name="Google Shape;7320;p27"/>
              <p:cNvGrpSpPr/>
              <p:nvPr/>
            </p:nvGrpSpPr>
            <p:grpSpPr>
              <a:xfrm>
                <a:off x="2491476" y="193182"/>
                <a:ext cx="693729" cy="693640"/>
                <a:chOff x="2491476" y="193182"/>
                <a:chExt cx="693729" cy="693640"/>
              </a:xfrm>
            </p:grpSpPr>
            <p:sp>
              <p:nvSpPr>
                <p:cNvPr id="7321" name="Google Shape;7321;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2" name="Google Shape;7322;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3" name="Google Shape;7323;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4" name="Google Shape;7324;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5" name="Google Shape;7325;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6" name="Google Shape;7326;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7" name="Google Shape;7327;p2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8" name="Google Shape;7328;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29" name="Google Shape;7329;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330" name="Google Shape;7330;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31" name="Google Shape;7331;p27"/>
            <p:cNvGrpSpPr/>
            <p:nvPr/>
          </p:nvGrpSpPr>
          <p:grpSpPr>
            <a:xfrm rot="10800000">
              <a:off x="7923323" y="-144600"/>
              <a:ext cx="674374" cy="674374"/>
              <a:chOff x="157640" y="503742"/>
              <a:chExt cx="693729" cy="693729"/>
            </a:xfrm>
          </p:grpSpPr>
          <p:sp>
            <p:nvSpPr>
              <p:cNvPr id="7332" name="Google Shape;7332;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33" name="Google Shape;7333;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34" name="Google Shape;7334;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35" name="Google Shape;7335;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36" name="Google Shape;7336;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37" name="Google Shape;7337;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38" name="Google Shape;7338;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39" name="Google Shape;7339;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40" name="Google Shape;7340;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41" name="Google Shape;7341;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42" name="Google Shape;7342;p27"/>
            <p:cNvGrpSpPr/>
            <p:nvPr/>
          </p:nvGrpSpPr>
          <p:grpSpPr>
            <a:xfrm rot="10800000">
              <a:off x="7250147" y="-144557"/>
              <a:ext cx="674374" cy="674287"/>
              <a:chOff x="2491476" y="193182"/>
              <a:chExt cx="693729" cy="693640"/>
            </a:xfrm>
          </p:grpSpPr>
          <p:grpSp>
            <p:nvGrpSpPr>
              <p:cNvPr id="7343" name="Google Shape;7343;p27"/>
              <p:cNvGrpSpPr/>
              <p:nvPr/>
            </p:nvGrpSpPr>
            <p:grpSpPr>
              <a:xfrm>
                <a:off x="2491476" y="193182"/>
                <a:ext cx="693729" cy="693640"/>
                <a:chOff x="2491476" y="193182"/>
                <a:chExt cx="693729" cy="693640"/>
              </a:xfrm>
            </p:grpSpPr>
            <p:sp>
              <p:nvSpPr>
                <p:cNvPr id="7344" name="Google Shape;7344;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45" name="Google Shape;7345;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46" name="Google Shape;7346;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47" name="Google Shape;7347;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48" name="Google Shape;7348;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49" name="Google Shape;7349;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0" name="Google Shape;7350;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1" name="Google Shape;7351;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2" name="Google Shape;7352;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353" name="Google Shape;7353;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54" name="Google Shape;7354;p27"/>
            <p:cNvGrpSpPr/>
            <p:nvPr/>
          </p:nvGrpSpPr>
          <p:grpSpPr>
            <a:xfrm rot="10800000">
              <a:off x="6574571" y="-144600"/>
              <a:ext cx="674374" cy="674374"/>
              <a:chOff x="157640" y="503742"/>
              <a:chExt cx="693729" cy="693729"/>
            </a:xfrm>
          </p:grpSpPr>
          <p:sp>
            <p:nvSpPr>
              <p:cNvPr id="7355" name="Google Shape;7355;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6" name="Google Shape;7356;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7" name="Google Shape;7357;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8" name="Google Shape;7358;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59" name="Google Shape;7359;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0" name="Google Shape;7360;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1" name="Google Shape;7361;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2" name="Google Shape;7362;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3" name="Google Shape;7363;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4" name="Google Shape;7364;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65" name="Google Shape;7365;p27"/>
            <p:cNvGrpSpPr/>
            <p:nvPr/>
          </p:nvGrpSpPr>
          <p:grpSpPr>
            <a:xfrm rot="10800000">
              <a:off x="5898998" y="-144588"/>
              <a:ext cx="674374" cy="674374"/>
              <a:chOff x="157640" y="503742"/>
              <a:chExt cx="693729" cy="693729"/>
            </a:xfrm>
          </p:grpSpPr>
          <p:sp>
            <p:nvSpPr>
              <p:cNvPr id="7366" name="Google Shape;7366;p27"/>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7" name="Google Shape;7367;p27"/>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8" name="Google Shape;7368;p27"/>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69" name="Google Shape;7369;p27"/>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70" name="Google Shape;7370;p27"/>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71" name="Google Shape;7371;p27"/>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72" name="Google Shape;7372;p27"/>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73" name="Google Shape;7373;p27"/>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74" name="Google Shape;7374;p27"/>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75" name="Google Shape;7375;p27"/>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7376" name="Google Shape;7376;p27"/>
            <p:cNvGrpSpPr/>
            <p:nvPr/>
          </p:nvGrpSpPr>
          <p:grpSpPr>
            <a:xfrm rot="10800000">
              <a:off x="5225822" y="-144544"/>
              <a:ext cx="674374" cy="674287"/>
              <a:chOff x="2491476" y="193182"/>
              <a:chExt cx="693729" cy="693640"/>
            </a:xfrm>
          </p:grpSpPr>
          <p:grpSp>
            <p:nvGrpSpPr>
              <p:cNvPr id="7377" name="Google Shape;7377;p27"/>
              <p:cNvGrpSpPr/>
              <p:nvPr/>
            </p:nvGrpSpPr>
            <p:grpSpPr>
              <a:xfrm>
                <a:off x="2491476" y="193182"/>
                <a:ext cx="693729" cy="693640"/>
                <a:chOff x="2491476" y="193182"/>
                <a:chExt cx="693729" cy="693640"/>
              </a:xfrm>
            </p:grpSpPr>
            <p:sp>
              <p:nvSpPr>
                <p:cNvPr id="7378" name="Google Shape;7378;p2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79" name="Google Shape;7379;p2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0" name="Google Shape;7380;p2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1" name="Google Shape;7381;p2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2" name="Google Shape;7382;p2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3" name="Google Shape;7383;p2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4" name="Google Shape;7384;p27"/>
                <p:cNvSpPr/>
                <p:nvPr/>
              </p:nvSpPr>
              <p:spPr>
                <a:xfrm>
                  <a:off x="2698980"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5" name="Google Shape;7385;p2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86" name="Google Shape;7386;p2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7387" name="Google Shape;7387;p2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9457"/>
        <p:cNvGrpSpPr/>
        <p:nvPr/>
      </p:nvGrpSpPr>
      <p:grpSpPr>
        <a:xfrm>
          <a:off x="0" y="0"/>
          <a:ext cx="0" cy="0"/>
          <a:chOff x="0" y="0"/>
          <a:chExt cx="0" cy="0"/>
        </a:xfrm>
      </p:grpSpPr>
      <p:grpSp>
        <p:nvGrpSpPr>
          <p:cNvPr id="9458" name="Google Shape;9458;p33"/>
          <p:cNvGrpSpPr/>
          <p:nvPr/>
        </p:nvGrpSpPr>
        <p:grpSpPr>
          <a:xfrm>
            <a:off x="-169367" y="-605889"/>
            <a:ext cx="9658717" cy="6351383"/>
            <a:chOff x="-169367" y="-605889"/>
            <a:chExt cx="9658717" cy="6351383"/>
          </a:xfrm>
        </p:grpSpPr>
        <p:sp>
          <p:nvSpPr>
            <p:cNvPr id="9459" name="Google Shape;9459;p33"/>
            <p:cNvSpPr/>
            <p:nvPr/>
          </p:nvSpPr>
          <p:spPr>
            <a:xfrm>
              <a:off x="7402385" y="-605889"/>
              <a:ext cx="668332"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0" name="Google Shape;9460;p33"/>
            <p:cNvSpPr/>
            <p:nvPr/>
          </p:nvSpPr>
          <p:spPr>
            <a:xfrm>
              <a:off x="8347792" y="-605889"/>
              <a:ext cx="668332"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1" name="Google Shape;9461;p33"/>
            <p:cNvSpPr/>
            <p:nvPr/>
          </p:nvSpPr>
          <p:spPr>
            <a:xfrm>
              <a:off x="3614776" y="-602000"/>
              <a:ext cx="668332"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2" name="Google Shape;9462;p33"/>
            <p:cNvSpPr/>
            <p:nvPr/>
          </p:nvSpPr>
          <p:spPr>
            <a:xfrm>
              <a:off x="4560183" y="-602000"/>
              <a:ext cx="668333"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3" name="Google Shape;9463;p33"/>
            <p:cNvSpPr/>
            <p:nvPr/>
          </p:nvSpPr>
          <p:spPr>
            <a:xfrm>
              <a:off x="5506776" y="-602000"/>
              <a:ext cx="668332"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4" name="Google Shape;9464;p33"/>
            <p:cNvSpPr/>
            <p:nvPr/>
          </p:nvSpPr>
          <p:spPr>
            <a:xfrm>
              <a:off x="6452183" y="-602000"/>
              <a:ext cx="668333"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5" name="Google Shape;9465;p33"/>
            <p:cNvSpPr/>
            <p:nvPr/>
          </p:nvSpPr>
          <p:spPr>
            <a:xfrm>
              <a:off x="-169367" y="-601987"/>
              <a:ext cx="668333"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6" name="Google Shape;9466;p33"/>
            <p:cNvSpPr/>
            <p:nvPr/>
          </p:nvSpPr>
          <p:spPr>
            <a:xfrm>
              <a:off x="776039" y="-601987"/>
              <a:ext cx="668333"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7" name="Google Shape;9467;p33"/>
            <p:cNvSpPr/>
            <p:nvPr/>
          </p:nvSpPr>
          <p:spPr>
            <a:xfrm>
              <a:off x="1722633" y="-601987"/>
              <a:ext cx="668333" cy="668305"/>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8" name="Google Shape;9468;p33"/>
            <p:cNvSpPr/>
            <p:nvPr/>
          </p:nvSpPr>
          <p:spPr>
            <a:xfrm>
              <a:off x="2668039" y="-601987"/>
              <a:ext cx="668333"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9" name="Google Shape;9469;p33"/>
            <p:cNvSpPr/>
            <p:nvPr/>
          </p:nvSpPr>
          <p:spPr>
            <a:xfrm>
              <a:off x="7435717" y="-572530"/>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0" name="Google Shape;9470;p33"/>
            <p:cNvSpPr/>
            <p:nvPr/>
          </p:nvSpPr>
          <p:spPr>
            <a:xfrm>
              <a:off x="8381097" y="-572530"/>
              <a:ext cx="601727"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1" name="Google Shape;9471;p33"/>
            <p:cNvSpPr/>
            <p:nvPr/>
          </p:nvSpPr>
          <p:spPr>
            <a:xfrm>
              <a:off x="3648108" y="-568640"/>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2" name="Google Shape;9472;p33"/>
            <p:cNvSpPr/>
            <p:nvPr/>
          </p:nvSpPr>
          <p:spPr>
            <a:xfrm>
              <a:off x="4593487" y="-568640"/>
              <a:ext cx="601728"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3" name="Google Shape;9473;p33"/>
            <p:cNvSpPr/>
            <p:nvPr/>
          </p:nvSpPr>
          <p:spPr>
            <a:xfrm>
              <a:off x="5540108" y="-568640"/>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4" name="Google Shape;9474;p33"/>
            <p:cNvSpPr/>
            <p:nvPr/>
          </p:nvSpPr>
          <p:spPr>
            <a:xfrm>
              <a:off x="6485487" y="-568640"/>
              <a:ext cx="601727"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5" name="Google Shape;9475;p33"/>
            <p:cNvSpPr/>
            <p:nvPr/>
          </p:nvSpPr>
          <p:spPr>
            <a:xfrm>
              <a:off x="-136035" y="-568628"/>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6" name="Google Shape;9476;p33"/>
            <p:cNvSpPr/>
            <p:nvPr/>
          </p:nvSpPr>
          <p:spPr>
            <a:xfrm>
              <a:off x="809344" y="-568628"/>
              <a:ext cx="601728"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7" name="Google Shape;9477;p33"/>
            <p:cNvSpPr/>
            <p:nvPr/>
          </p:nvSpPr>
          <p:spPr>
            <a:xfrm>
              <a:off x="1755965" y="-568628"/>
              <a:ext cx="601645" cy="601590"/>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8" name="Google Shape;9478;p33"/>
            <p:cNvSpPr/>
            <p:nvPr/>
          </p:nvSpPr>
          <p:spPr>
            <a:xfrm>
              <a:off x="2701344" y="-568628"/>
              <a:ext cx="601727"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9" name="Google Shape;9479;p33"/>
            <p:cNvSpPr/>
            <p:nvPr/>
          </p:nvSpPr>
          <p:spPr>
            <a:xfrm>
              <a:off x="7469050" y="-539170"/>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0" name="Google Shape;9480;p33"/>
            <p:cNvSpPr/>
            <p:nvPr/>
          </p:nvSpPr>
          <p:spPr>
            <a:xfrm>
              <a:off x="8414456" y="-539170"/>
              <a:ext cx="535013"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1" name="Google Shape;9481;p33"/>
            <p:cNvSpPr/>
            <p:nvPr/>
          </p:nvSpPr>
          <p:spPr>
            <a:xfrm>
              <a:off x="3681441" y="-535280"/>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2" name="Google Shape;9482;p33"/>
            <p:cNvSpPr/>
            <p:nvPr/>
          </p:nvSpPr>
          <p:spPr>
            <a:xfrm>
              <a:off x="4626847" y="-535280"/>
              <a:ext cx="535013"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3" name="Google Shape;9483;p33"/>
            <p:cNvSpPr/>
            <p:nvPr/>
          </p:nvSpPr>
          <p:spPr>
            <a:xfrm>
              <a:off x="5573441" y="-535280"/>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4" name="Google Shape;9484;p33"/>
            <p:cNvSpPr/>
            <p:nvPr/>
          </p:nvSpPr>
          <p:spPr>
            <a:xfrm>
              <a:off x="6518847" y="-535280"/>
              <a:ext cx="535012"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5" name="Google Shape;9485;p33"/>
            <p:cNvSpPr/>
            <p:nvPr/>
          </p:nvSpPr>
          <p:spPr>
            <a:xfrm>
              <a:off x="-102703" y="-535268"/>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6" name="Google Shape;9486;p33"/>
            <p:cNvSpPr/>
            <p:nvPr/>
          </p:nvSpPr>
          <p:spPr>
            <a:xfrm>
              <a:off x="842704" y="-535268"/>
              <a:ext cx="535013"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7" name="Google Shape;9487;p33"/>
            <p:cNvSpPr/>
            <p:nvPr/>
          </p:nvSpPr>
          <p:spPr>
            <a:xfrm>
              <a:off x="1789297" y="-535268"/>
              <a:ext cx="535013" cy="534875"/>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8" name="Google Shape;9488;p33"/>
            <p:cNvSpPr/>
            <p:nvPr/>
          </p:nvSpPr>
          <p:spPr>
            <a:xfrm>
              <a:off x="2734704" y="-535268"/>
              <a:ext cx="535013"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9" name="Google Shape;9489;p33"/>
            <p:cNvSpPr/>
            <p:nvPr/>
          </p:nvSpPr>
          <p:spPr>
            <a:xfrm>
              <a:off x="7502355" y="-505783"/>
              <a:ext cx="468352"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0" name="Google Shape;9490;p33"/>
            <p:cNvSpPr/>
            <p:nvPr/>
          </p:nvSpPr>
          <p:spPr>
            <a:xfrm>
              <a:off x="8447761" y="-505783"/>
              <a:ext cx="468407"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1" name="Google Shape;9491;p33"/>
            <p:cNvSpPr/>
            <p:nvPr/>
          </p:nvSpPr>
          <p:spPr>
            <a:xfrm>
              <a:off x="3714745" y="-501893"/>
              <a:ext cx="468353"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2" name="Google Shape;9492;p33"/>
            <p:cNvSpPr/>
            <p:nvPr/>
          </p:nvSpPr>
          <p:spPr>
            <a:xfrm>
              <a:off x="4660152" y="-501893"/>
              <a:ext cx="468407"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3" name="Google Shape;9493;p33"/>
            <p:cNvSpPr/>
            <p:nvPr/>
          </p:nvSpPr>
          <p:spPr>
            <a:xfrm>
              <a:off x="5606745" y="-501893"/>
              <a:ext cx="468353"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4" name="Google Shape;9494;p33"/>
            <p:cNvSpPr/>
            <p:nvPr/>
          </p:nvSpPr>
          <p:spPr>
            <a:xfrm>
              <a:off x="6552152" y="-501893"/>
              <a:ext cx="468407"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5" name="Google Shape;9495;p33"/>
            <p:cNvSpPr/>
            <p:nvPr/>
          </p:nvSpPr>
          <p:spPr>
            <a:xfrm>
              <a:off x="-69398" y="-501881"/>
              <a:ext cx="468353"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6" name="Google Shape;9496;p33"/>
            <p:cNvSpPr/>
            <p:nvPr/>
          </p:nvSpPr>
          <p:spPr>
            <a:xfrm>
              <a:off x="876009" y="-501881"/>
              <a:ext cx="468408"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7" name="Google Shape;9497;p33"/>
            <p:cNvSpPr/>
            <p:nvPr/>
          </p:nvSpPr>
          <p:spPr>
            <a:xfrm>
              <a:off x="1822602" y="-501881"/>
              <a:ext cx="468353" cy="468105"/>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8" name="Google Shape;9498;p33"/>
            <p:cNvSpPr/>
            <p:nvPr/>
          </p:nvSpPr>
          <p:spPr>
            <a:xfrm>
              <a:off x="2768009" y="-501881"/>
              <a:ext cx="468408"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9" name="Google Shape;9499;p33"/>
            <p:cNvSpPr/>
            <p:nvPr/>
          </p:nvSpPr>
          <p:spPr>
            <a:xfrm>
              <a:off x="7535687" y="-472423"/>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0" name="Google Shape;9500;p33"/>
            <p:cNvSpPr/>
            <p:nvPr/>
          </p:nvSpPr>
          <p:spPr>
            <a:xfrm>
              <a:off x="8481066" y="-472423"/>
              <a:ext cx="401802"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1" name="Google Shape;9501;p33"/>
            <p:cNvSpPr/>
            <p:nvPr/>
          </p:nvSpPr>
          <p:spPr>
            <a:xfrm>
              <a:off x="3748078" y="-468533"/>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2" name="Google Shape;9502;p33"/>
            <p:cNvSpPr/>
            <p:nvPr/>
          </p:nvSpPr>
          <p:spPr>
            <a:xfrm>
              <a:off x="4693457" y="-468533"/>
              <a:ext cx="401803"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3" name="Google Shape;9503;p33"/>
            <p:cNvSpPr/>
            <p:nvPr/>
          </p:nvSpPr>
          <p:spPr>
            <a:xfrm>
              <a:off x="5640078" y="-468533"/>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4" name="Google Shape;9504;p33"/>
            <p:cNvSpPr/>
            <p:nvPr/>
          </p:nvSpPr>
          <p:spPr>
            <a:xfrm>
              <a:off x="6585457" y="-468533"/>
              <a:ext cx="401802"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5" name="Google Shape;9505;p33"/>
            <p:cNvSpPr/>
            <p:nvPr/>
          </p:nvSpPr>
          <p:spPr>
            <a:xfrm>
              <a:off x="-36065" y="-468521"/>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6" name="Google Shape;9506;p33"/>
            <p:cNvSpPr/>
            <p:nvPr/>
          </p:nvSpPr>
          <p:spPr>
            <a:xfrm>
              <a:off x="909314" y="-468521"/>
              <a:ext cx="401803"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7" name="Google Shape;9507;p33"/>
            <p:cNvSpPr/>
            <p:nvPr/>
          </p:nvSpPr>
          <p:spPr>
            <a:xfrm>
              <a:off x="1855935" y="-468521"/>
              <a:ext cx="401720" cy="401390"/>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8" name="Google Shape;9508;p33"/>
            <p:cNvSpPr/>
            <p:nvPr/>
          </p:nvSpPr>
          <p:spPr>
            <a:xfrm>
              <a:off x="2801314" y="-468521"/>
              <a:ext cx="401803"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9" name="Google Shape;9509;p33"/>
            <p:cNvSpPr/>
            <p:nvPr/>
          </p:nvSpPr>
          <p:spPr>
            <a:xfrm>
              <a:off x="7569019" y="-439063"/>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0" name="Google Shape;9510;p33"/>
            <p:cNvSpPr/>
            <p:nvPr/>
          </p:nvSpPr>
          <p:spPr>
            <a:xfrm>
              <a:off x="8514426" y="-439063"/>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1" name="Google Shape;9511;p33"/>
            <p:cNvSpPr/>
            <p:nvPr/>
          </p:nvSpPr>
          <p:spPr>
            <a:xfrm>
              <a:off x="3781410" y="-435173"/>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2" name="Google Shape;9512;p33"/>
            <p:cNvSpPr/>
            <p:nvPr/>
          </p:nvSpPr>
          <p:spPr>
            <a:xfrm>
              <a:off x="4726817" y="-435173"/>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3" name="Google Shape;9513;p33"/>
            <p:cNvSpPr/>
            <p:nvPr/>
          </p:nvSpPr>
          <p:spPr>
            <a:xfrm>
              <a:off x="5673410" y="-435173"/>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4" name="Google Shape;9514;p33"/>
            <p:cNvSpPr/>
            <p:nvPr/>
          </p:nvSpPr>
          <p:spPr>
            <a:xfrm>
              <a:off x="6618817" y="-435173"/>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5" name="Google Shape;9515;p33"/>
            <p:cNvSpPr/>
            <p:nvPr/>
          </p:nvSpPr>
          <p:spPr>
            <a:xfrm>
              <a:off x="-2733" y="-435161"/>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6" name="Google Shape;9516;p33"/>
            <p:cNvSpPr/>
            <p:nvPr/>
          </p:nvSpPr>
          <p:spPr>
            <a:xfrm>
              <a:off x="942674" y="-435161"/>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7" name="Google Shape;9517;p33"/>
            <p:cNvSpPr/>
            <p:nvPr/>
          </p:nvSpPr>
          <p:spPr>
            <a:xfrm>
              <a:off x="1889267" y="-435161"/>
              <a:ext cx="335088" cy="334648"/>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8" name="Google Shape;9518;p33"/>
            <p:cNvSpPr/>
            <p:nvPr/>
          </p:nvSpPr>
          <p:spPr>
            <a:xfrm>
              <a:off x="2834674" y="-435161"/>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9" name="Google Shape;9519;p33"/>
            <p:cNvSpPr/>
            <p:nvPr/>
          </p:nvSpPr>
          <p:spPr>
            <a:xfrm>
              <a:off x="7602324" y="-405648"/>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0" name="Google Shape;9520;p33"/>
            <p:cNvSpPr/>
            <p:nvPr/>
          </p:nvSpPr>
          <p:spPr>
            <a:xfrm>
              <a:off x="8547731" y="-405648"/>
              <a:ext cx="268482"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1" name="Google Shape;9521;p33"/>
            <p:cNvSpPr/>
            <p:nvPr/>
          </p:nvSpPr>
          <p:spPr>
            <a:xfrm>
              <a:off x="3814715" y="-401759"/>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2" name="Google Shape;9522;p33"/>
            <p:cNvSpPr/>
            <p:nvPr/>
          </p:nvSpPr>
          <p:spPr>
            <a:xfrm>
              <a:off x="4760122" y="-401759"/>
              <a:ext cx="268482"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3" name="Google Shape;9523;p33"/>
            <p:cNvSpPr/>
            <p:nvPr/>
          </p:nvSpPr>
          <p:spPr>
            <a:xfrm>
              <a:off x="5706715" y="-401759"/>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4" name="Google Shape;9524;p33"/>
            <p:cNvSpPr/>
            <p:nvPr/>
          </p:nvSpPr>
          <p:spPr>
            <a:xfrm>
              <a:off x="6652122" y="-401759"/>
              <a:ext cx="268482"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5" name="Google Shape;9525;p33"/>
            <p:cNvSpPr/>
            <p:nvPr/>
          </p:nvSpPr>
          <p:spPr>
            <a:xfrm>
              <a:off x="30572" y="-401746"/>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6" name="Google Shape;9526;p33"/>
            <p:cNvSpPr/>
            <p:nvPr/>
          </p:nvSpPr>
          <p:spPr>
            <a:xfrm>
              <a:off x="975979" y="-401746"/>
              <a:ext cx="268483"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7" name="Google Shape;9527;p33"/>
            <p:cNvSpPr/>
            <p:nvPr/>
          </p:nvSpPr>
          <p:spPr>
            <a:xfrm>
              <a:off x="1922572" y="-401746"/>
              <a:ext cx="268455" cy="267850"/>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8" name="Google Shape;9528;p33"/>
            <p:cNvSpPr/>
            <p:nvPr/>
          </p:nvSpPr>
          <p:spPr>
            <a:xfrm>
              <a:off x="2867979" y="-401746"/>
              <a:ext cx="268483"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9" name="Google Shape;9529;p33"/>
            <p:cNvSpPr/>
            <p:nvPr/>
          </p:nvSpPr>
          <p:spPr>
            <a:xfrm>
              <a:off x="7635656" y="-372288"/>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0" name="Google Shape;9530;p33"/>
            <p:cNvSpPr/>
            <p:nvPr/>
          </p:nvSpPr>
          <p:spPr>
            <a:xfrm>
              <a:off x="8581036" y="-372288"/>
              <a:ext cx="201877"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1" name="Google Shape;9531;p33"/>
            <p:cNvSpPr/>
            <p:nvPr/>
          </p:nvSpPr>
          <p:spPr>
            <a:xfrm>
              <a:off x="3848047" y="-368399"/>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2" name="Google Shape;9532;p33"/>
            <p:cNvSpPr/>
            <p:nvPr/>
          </p:nvSpPr>
          <p:spPr>
            <a:xfrm>
              <a:off x="4793427" y="-368399"/>
              <a:ext cx="201878"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3" name="Google Shape;9533;p33"/>
            <p:cNvSpPr/>
            <p:nvPr/>
          </p:nvSpPr>
          <p:spPr>
            <a:xfrm>
              <a:off x="5740047" y="-368399"/>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4" name="Google Shape;9534;p33"/>
            <p:cNvSpPr/>
            <p:nvPr/>
          </p:nvSpPr>
          <p:spPr>
            <a:xfrm>
              <a:off x="6685427" y="-368399"/>
              <a:ext cx="201877"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5" name="Google Shape;9535;p33"/>
            <p:cNvSpPr/>
            <p:nvPr/>
          </p:nvSpPr>
          <p:spPr>
            <a:xfrm>
              <a:off x="63904" y="-368386"/>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6" name="Google Shape;9536;p33"/>
            <p:cNvSpPr/>
            <p:nvPr/>
          </p:nvSpPr>
          <p:spPr>
            <a:xfrm>
              <a:off x="1009283" y="-368386"/>
              <a:ext cx="201877"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7" name="Google Shape;9537;p33"/>
            <p:cNvSpPr/>
            <p:nvPr/>
          </p:nvSpPr>
          <p:spPr>
            <a:xfrm>
              <a:off x="1955904" y="-368386"/>
              <a:ext cx="201795" cy="201135"/>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8" name="Google Shape;9538;p33"/>
            <p:cNvSpPr/>
            <p:nvPr/>
          </p:nvSpPr>
          <p:spPr>
            <a:xfrm>
              <a:off x="2901283" y="-368386"/>
              <a:ext cx="201878"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9" name="Google Shape;9539;p33"/>
            <p:cNvSpPr/>
            <p:nvPr/>
          </p:nvSpPr>
          <p:spPr>
            <a:xfrm>
              <a:off x="7668989" y="-338901"/>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0" name="Google Shape;9540;p33"/>
            <p:cNvSpPr/>
            <p:nvPr/>
          </p:nvSpPr>
          <p:spPr>
            <a:xfrm>
              <a:off x="8614395" y="-338901"/>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1" name="Google Shape;9541;p33"/>
            <p:cNvSpPr/>
            <p:nvPr/>
          </p:nvSpPr>
          <p:spPr>
            <a:xfrm>
              <a:off x="3881380" y="-335012"/>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2" name="Google Shape;9542;p33"/>
            <p:cNvSpPr/>
            <p:nvPr/>
          </p:nvSpPr>
          <p:spPr>
            <a:xfrm>
              <a:off x="4826786" y="-335012"/>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3" name="Google Shape;9543;p33"/>
            <p:cNvSpPr/>
            <p:nvPr/>
          </p:nvSpPr>
          <p:spPr>
            <a:xfrm>
              <a:off x="5773380" y="-335012"/>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4" name="Google Shape;9544;p33"/>
            <p:cNvSpPr/>
            <p:nvPr/>
          </p:nvSpPr>
          <p:spPr>
            <a:xfrm>
              <a:off x="6718786" y="-335012"/>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5" name="Google Shape;9545;p33"/>
            <p:cNvSpPr/>
            <p:nvPr/>
          </p:nvSpPr>
          <p:spPr>
            <a:xfrm>
              <a:off x="97237" y="-334999"/>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6" name="Google Shape;9546;p33"/>
            <p:cNvSpPr/>
            <p:nvPr/>
          </p:nvSpPr>
          <p:spPr>
            <a:xfrm>
              <a:off x="1042643" y="-334999"/>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7" name="Google Shape;9547;p33"/>
            <p:cNvSpPr/>
            <p:nvPr/>
          </p:nvSpPr>
          <p:spPr>
            <a:xfrm>
              <a:off x="1989237" y="-334999"/>
              <a:ext cx="135135" cy="134393"/>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8" name="Google Shape;9548;p33"/>
            <p:cNvSpPr/>
            <p:nvPr/>
          </p:nvSpPr>
          <p:spPr>
            <a:xfrm>
              <a:off x="2934643" y="-334999"/>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9" name="Google Shape;9549;p33"/>
            <p:cNvSpPr/>
            <p:nvPr/>
          </p:nvSpPr>
          <p:spPr>
            <a:xfrm>
              <a:off x="7702294" y="-305569"/>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0" name="Google Shape;9550;p33"/>
            <p:cNvSpPr/>
            <p:nvPr/>
          </p:nvSpPr>
          <p:spPr>
            <a:xfrm>
              <a:off x="8647700" y="-305569"/>
              <a:ext cx="68557"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1" name="Google Shape;9551;p33"/>
            <p:cNvSpPr/>
            <p:nvPr/>
          </p:nvSpPr>
          <p:spPr>
            <a:xfrm>
              <a:off x="3914685" y="-301679"/>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2" name="Google Shape;9552;p33"/>
            <p:cNvSpPr/>
            <p:nvPr/>
          </p:nvSpPr>
          <p:spPr>
            <a:xfrm>
              <a:off x="4860091" y="-301679"/>
              <a:ext cx="68557"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3" name="Google Shape;9553;p33"/>
            <p:cNvSpPr/>
            <p:nvPr/>
          </p:nvSpPr>
          <p:spPr>
            <a:xfrm>
              <a:off x="5806685" y="-301679"/>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4" name="Google Shape;9554;p33"/>
            <p:cNvSpPr/>
            <p:nvPr/>
          </p:nvSpPr>
          <p:spPr>
            <a:xfrm>
              <a:off x="6752091" y="-301679"/>
              <a:ext cx="68557"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5" name="Google Shape;9555;p33"/>
            <p:cNvSpPr/>
            <p:nvPr/>
          </p:nvSpPr>
          <p:spPr>
            <a:xfrm>
              <a:off x="130541" y="-301667"/>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6" name="Google Shape;9556;p33"/>
            <p:cNvSpPr/>
            <p:nvPr/>
          </p:nvSpPr>
          <p:spPr>
            <a:xfrm>
              <a:off x="1075948" y="-301667"/>
              <a:ext cx="68558"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7" name="Google Shape;9557;p33"/>
            <p:cNvSpPr/>
            <p:nvPr/>
          </p:nvSpPr>
          <p:spPr>
            <a:xfrm>
              <a:off x="2022541" y="-301667"/>
              <a:ext cx="68530" cy="67678"/>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8" name="Google Shape;9558;p33"/>
            <p:cNvSpPr/>
            <p:nvPr/>
          </p:nvSpPr>
          <p:spPr>
            <a:xfrm>
              <a:off x="2967948" y="-301667"/>
              <a:ext cx="68558"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9" name="Google Shape;9559;p33"/>
            <p:cNvSpPr/>
            <p:nvPr/>
          </p:nvSpPr>
          <p:spPr>
            <a:xfrm>
              <a:off x="7872998" y="-132692"/>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0" name="Google Shape;9560;p33"/>
            <p:cNvSpPr/>
            <p:nvPr/>
          </p:nvSpPr>
          <p:spPr>
            <a:xfrm>
              <a:off x="8821045" y="-132692"/>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1" name="Google Shape;9561;p33"/>
            <p:cNvSpPr/>
            <p:nvPr/>
          </p:nvSpPr>
          <p:spPr>
            <a:xfrm>
              <a:off x="4085389" y="-128802"/>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2" name="Google Shape;9562;p33"/>
            <p:cNvSpPr/>
            <p:nvPr/>
          </p:nvSpPr>
          <p:spPr>
            <a:xfrm>
              <a:off x="5033436" y="-128802"/>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3" name="Google Shape;9563;p33"/>
            <p:cNvSpPr/>
            <p:nvPr/>
          </p:nvSpPr>
          <p:spPr>
            <a:xfrm>
              <a:off x="5977389" y="-128802"/>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4" name="Google Shape;9564;p33"/>
            <p:cNvSpPr/>
            <p:nvPr/>
          </p:nvSpPr>
          <p:spPr>
            <a:xfrm>
              <a:off x="6925436" y="-128802"/>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5" name="Google Shape;9565;p33"/>
            <p:cNvSpPr/>
            <p:nvPr/>
          </p:nvSpPr>
          <p:spPr>
            <a:xfrm>
              <a:off x="301246" y="-128790"/>
              <a:ext cx="668333"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6" name="Google Shape;9566;p33"/>
            <p:cNvSpPr/>
            <p:nvPr/>
          </p:nvSpPr>
          <p:spPr>
            <a:xfrm>
              <a:off x="1249293" y="-128790"/>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7" name="Google Shape;9567;p33"/>
            <p:cNvSpPr/>
            <p:nvPr/>
          </p:nvSpPr>
          <p:spPr>
            <a:xfrm>
              <a:off x="2193246" y="-128790"/>
              <a:ext cx="668333"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8" name="Google Shape;9568;p33"/>
            <p:cNvSpPr/>
            <p:nvPr/>
          </p:nvSpPr>
          <p:spPr>
            <a:xfrm>
              <a:off x="3141293" y="-128790"/>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9" name="Google Shape;9569;p33"/>
            <p:cNvSpPr/>
            <p:nvPr/>
          </p:nvSpPr>
          <p:spPr>
            <a:xfrm>
              <a:off x="7906331" y="-99277"/>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0" name="Google Shape;9570;p33"/>
            <p:cNvSpPr/>
            <p:nvPr/>
          </p:nvSpPr>
          <p:spPr>
            <a:xfrm>
              <a:off x="8854350" y="-99277"/>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1" name="Google Shape;9571;p33"/>
            <p:cNvSpPr/>
            <p:nvPr/>
          </p:nvSpPr>
          <p:spPr>
            <a:xfrm>
              <a:off x="4118721" y="-95388"/>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2" name="Google Shape;9572;p33"/>
            <p:cNvSpPr/>
            <p:nvPr/>
          </p:nvSpPr>
          <p:spPr>
            <a:xfrm>
              <a:off x="5066741" y="-95388"/>
              <a:ext cx="601672"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3" name="Google Shape;9573;p33"/>
            <p:cNvSpPr/>
            <p:nvPr/>
          </p:nvSpPr>
          <p:spPr>
            <a:xfrm>
              <a:off x="6010721" y="-95388"/>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4" name="Google Shape;9574;p33"/>
            <p:cNvSpPr/>
            <p:nvPr/>
          </p:nvSpPr>
          <p:spPr>
            <a:xfrm>
              <a:off x="6958741" y="-95388"/>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5" name="Google Shape;9575;p33"/>
            <p:cNvSpPr/>
            <p:nvPr/>
          </p:nvSpPr>
          <p:spPr>
            <a:xfrm>
              <a:off x="334578" y="-95375"/>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6" name="Google Shape;9576;p33"/>
            <p:cNvSpPr/>
            <p:nvPr/>
          </p:nvSpPr>
          <p:spPr>
            <a:xfrm>
              <a:off x="1282598" y="-95375"/>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7" name="Google Shape;9577;p33"/>
            <p:cNvSpPr/>
            <p:nvPr/>
          </p:nvSpPr>
          <p:spPr>
            <a:xfrm>
              <a:off x="2226578" y="-95375"/>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8" name="Google Shape;9578;p33"/>
            <p:cNvSpPr/>
            <p:nvPr/>
          </p:nvSpPr>
          <p:spPr>
            <a:xfrm>
              <a:off x="3174598" y="-95375"/>
              <a:ext cx="601672"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9" name="Google Shape;9579;p33"/>
            <p:cNvSpPr/>
            <p:nvPr/>
          </p:nvSpPr>
          <p:spPr>
            <a:xfrm>
              <a:off x="7939635" y="-65917"/>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0" name="Google Shape;9580;p33"/>
            <p:cNvSpPr/>
            <p:nvPr/>
          </p:nvSpPr>
          <p:spPr>
            <a:xfrm>
              <a:off x="8887682" y="-65917"/>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1" name="Google Shape;9581;p33"/>
            <p:cNvSpPr/>
            <p:nvPr/>
          </p:nvSpPr>
          <p:spPr>
            <a:xfrm>
              <a:off x="4152026" y="-62028"/>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2" name="Google Shape;9582;p33"/>
            <p:cNvSpPr/>
            <p:nvPr/>
          </p:nvSpPr>
          <p:spPr>
            <a:xfrm>
              <a:off x="5100073" y="-62028"/>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3" name="Google Shape;9583;p33"/>
            <p:cNvSpPr/>
            <p:nvPr/>
          </p:nvSpPr>
          <p:spPr>
            <a:xfrm>
              <a:off x="6044026" y="-62028"/>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4" name="Google Shape;9584;p33"/>
            <p:cNvSpPr/>
            <p:nvPr/>
          </p:nvSpPr>
          <p:spPr>
            <a:xfrm>
              <a:off x="6992073" y="-62028"/>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5" name="Google Shape;9585;p33"/>
            <p:cNvSpPr/>
            <p:nvPr/>
          </p:nvSpPr>
          <p:spPr>
            <a:xfrm>
              <a:off x="367883" y="-62015"/>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6" name="Google Shape;9586;p33"/>
            <p:cNvSpPr/>
            <p:nvPr/>
          </p:nvSpPr>
          <p:spPr>
            <a:xfrm>
              <a:off x="1315930" y="-62015"/>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7" name="Google Shape;9587;p33"/>
            <p:cNvSpPr/>
            <p:nvPr/>
          </p:nvSpPr>
          <p:spPr>
            <a:xfrm>
              <a:off x="2259883" y="-62015"/>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8" name="Google Shape;9588;p33"/>
            <p:cNvSpPr/>
            <p:nvPr/>
          </p:nvSpPr>
          <p:spPr>
            <a:xfrm>
              <a:off x="3207930" y="-62015"/>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9" name="Google Shape;9589;p33"/>
            <p:cNvSpPr/>
            <p:nvPr/>
          </p:nvSpPr>
          <p:spPr>
            <a:xfrm>
              <a:off x="7972968" y="-32557"/>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0" name="Google Shape;9590;p33"/>
            <p:cNvSpPr/>
            <p:nvPr/>
          </p:nvSpPr>
          <p:spPr>
            <a:xfrm>
              <a:off x="8921015" y="-32557"/>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1" name="Google Shape;9591;p33"/>
            <p:cNvSpPr/>
            <p:nvPr/>
          </p:nvSpPr>
          <p:spPr>
            <a:xfrm>
              <a:off x="4185359" y="-28668"/>
              <a:ext cx="468408"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2" name="Google Shape;9592;p33"/>
            <p:cNvSpPr/>
            <p:nvPr/>
          </p:nvSpPr>
          <p:spPr>
            <a:xfrm>
              <a:off x="5133406" y="-28668"/>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3" name="Google Shape;9593;p33"/>
            <p:cNvSpPr/>
            <p:nvPr/>
          </p:nvSpPr>
          <p:spPr>
            <a:xfrm>
              <a:off x="6077359" y="-28668"/>
              <a:ext cx="468408"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4" name="Google Shape;9594;p33"/>
            <p:cNvSpPr/>
            <p:nvPr/>
          </p:nvSpPr>
          <p:spPr>
            <a:xfrm>
              <a:off x="7025406" y="-28668"/>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5" name="Google Shape;9595;p33"/>
            <p:cNvSpPr/>
            <p:nvPr/>
          </p:nvSpPr>
          <p:spPr>
            <a:xfrm>
              <a:off x="401215" y="-28655"/>
              <a:ext cx="468408"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6" name="Google Shape;9596;p33"/>
            <p:cNvSpPr/>
            <p:nvPr/>
          </p:nvSpPr>
          <p:spPr>
            <a:xfrm>
              <a:off x="1349262" y="-28655"/>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7" name="Google Shape;9597;p33"/>
            <p:cNvSpPr/>
            <p:nvPr/>
          </p:nvSpPr>
          <p:spPr>
            <a:xfrm>
              <a:off x="2293215" y="-28655"/>
              <a:ext cx="468408"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8" name="Google Shape;9598;p33"/>
            <p:cNvSpPr/>
            <p:nvPr/>
          </p:nvSpPr>
          <p:spPr>
            <a:xfrm>
              <a:off x="3241262" y="-28655"/>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9" name="Google Shape;9599;p33"/>
            <p:cNvSpPr/>
            <p:nvPr/>
          </p:nvSpPr>
          <p:spPr>
            <a:xfrm>
              <a:off x="8006273" y="830"/>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0" name="Google Shape;9600;p33"/>
            <p:cNvSpPr/>
            <p:nvPr/>
          </p:nvSpPr>
          <p:spPr>
            <a:xfrm>
              <a:off x="8954319" y="830"/>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1" name="Google Shape;9601;p33"/>
            <p:cNvSpPr/>
            <p:nvPr/>
          </p:nvSpPr>
          <p:spPr>
            <a:xfrm>
              <a:off x="4218663" y="4719"/>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2" name="Google Shape;9602;p33"/>
            <p:cNvSpPr/>
            <p:nvPr/>
          </p:nvSpPr>
          <p:spPr>
            <a:xfrm>
              <a:off x="5166710" y="4719"/>
              <a:ext cx="401747"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3" name="Google Shape;9603;p33"/>
            <p:cNvSpPr/>
            <p:nvPr/>
          </p:nvSpPr>
          <p:spPr>
            <a:xfrm>
              <a:off x="6110663" y="4719"/>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4" name="Google Shape;9604;p33"/>
            <p:cNvSpPr/>
            <p:nvPr/>
          </p:nvSpPr>
          <p:spPr>
            <a:xfrm>
              <a:off x="7058710" y="4719"/>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5" name="Google Shape;9605;p33"/>
            <p:cNvSpPr/>
            <p:nvPr/>
          </p:nvSpPr>
          <p:spPr>
            <a:xfrm>
              <a:off x="434520" y="4732"/>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6" name="Google Shape;9606;p33"/>
            <p:cNvSpPr/>
            <p:nvPr/>
          </p:nvSpPr>
          <p:spPr>
            <a:xfrm>
              <a:off x="1382567" y="4732"/>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7" name="Google Shape;9607;p33"/>
            <p:cNvSpPr/>
            <p:nvPr/>
          </p:nvSpPr>
          <p:spPr>
            <a:xfrm>
              <a:off x="2326520" y="4732"/>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8" name="Google Shape;9608;p33"/>
            <p:cNvSpPr/>
            <p:nvPr/>
          </p:nvSpPr>
          <p:spPr>
            <a:xfrm>
              <a:off x="3274567" y="4732"/>
              <a:ext cx="401747"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9" name="Google Shape;9609;p33"/>
            <p:cNvSpPr/>
            <p:nvPr/>
          </p:nvSpPr>
          <p:spPr>
            <a:xfrm>
              <a:off x="8039605" y="34217"/>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0" name="Google Shape;9610;p33"/>
            <p:cNvSpPr/>
            <p:nvPr/>
          </p:nvSpPr>
          <p:spPr>
            <a:xfrm>
              <a:off x="8987679" y="34217"/>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1" name="Google Shape;9611;p33"/>
            <p:cNvSpPr/>
            <p:nvPr/>
          </p:nvSpPr>
          <p:spPr>
            <a:xfrm>
              <a:off x="4251996" y="38107"/>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2" name="Google Shape;9612;p33"/>
            <p:cNvSpPr/>
            <p:nvPr/>
          </p:nvSpPr>
          <p:spPr>
            <a:xfrm>
              <a:off x="5200070" y="38107"/>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3" name="Google Shape;9613;p33"/>
            <p:cNvSpPr/>
            <p:nvPr/>
          </p:nvSpPr>
          <p:spPr>
            <a:xfrm>
              <a:off x="6143996" y="38107"/>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4" name="Google Shape;9614;p33"/>
            <p:cNvSpPr/>
            <p:nvPr/>
          </p:nvSpPr>
          <p:spPr>
            <a:xfrm>
              <a:off x="7092070" y="38107"/>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5" name="Google Shape;9615;p33"/>
            <p:cNvSpPr/>
            <p:nvPr/>
          </p:nvSpPr>
          <p:spPr>
            <a:xfrm>
              <a:off x="467853" y="38119"/>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6" name="Google Shape;9616;p33"/>
            <p:cNvSpPr/>
            <p:nvPr/>
          </p:nvSpPr>
          <p:spPr>
            <a:xfrm>
              <a:off x="1415927" y="38119"/>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7" name="Google Shape;9617;p33"/>
            <p:cNvSpPr/>
            <p:nvPr/>
          </p:nvSpPr>
          <p:spPr>
            <a:xfrm>
              <a:off x="2359853" y="38119"/>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8" name="Google Shape;9618;p33"/>
            <p:cNvSpPr/>
            <p:nvPr/>
          </p:nvSpPr>
          <p:spPr>
            <a:xfrm>
              <a:off x="3307927" y="38119"/>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9" name="Google Shape;9619;p33"/>
            <p:cNvSpPr/>
            <p:nvPr/>
          </p:nvSpPr>
          <p:spPr>
            <a:xfrm>
              <a:off x="8072937" y="67549"/>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0" name="Google Shape;9620;p33"/>
            <p:cNvSpPr/>
            <p:nvPr/>
          </p:nvSpPr>
          <p:spPr>
            <a:xfrm>
              <a:off x="9020984" y="67549"/>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1" name="Google Shape;9621;p33"/>
            <p:cNvSpPr/>
            <p:nvPr/>
          </p:nvSpPr>
          <p:spPr>
            <a:xfrm>
              <a:off x="4285328" y="71439"/>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2" name="Google Shape;9622;p33"/>
            <p:cNvSpPr/>
            <p:nvPr/>
          </p:nvSpPr>
          <p:spPr>
            <a:xfrm>
              <a:off x="5233375" y="71439"/>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3" name="Google Shape;9623;p33"/>
            <p:cNvSpPr/>
            <p:nvPr/>
          </p:nvSpPr>
          <p:spPr>
            <a:xfrm>
              <a:off x="6177328" y="71439"/>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4" name="Google Shape;9624;p33"/>
            <p:cNvSpPr/>
            <p:nvPr/>
          </p:nvSpPr>
          <p:spPr>
            <a:xfrm>
              <a:off x="7125375" y="71439"/>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5" name="Google Shape;9625;p33"/>
            <p:cNvSpPr/>
            <p:nvPr/>
          </p:nvSpPr>
          <p:spPr>
            <a:xfrm>
              <a:off x="501185" y="71451"/>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6" name="Google Shape;9626;p33"/>
            <p:cNvSpPr/>
            <p:nvPr/>
          </p:nvSpPr>
          <p:spPr>
            <a:xfrm>
              <a:off x="1449232" y="71451"/>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7" name="Google Shape;9627;p33"/>
            <p:cNvSpPr/>
            <p:nvPr/>
          </p:nvSpPr>
          <p:spPr>
            <a:xfrm>
              <a:off x="2393185" y="71451"/>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8" name="Google Shape;9628;p33"/>
            <p:cNvSpPr/>
            <p:nvPr/>
          </p:nvSpPr>
          <p:spPr>
            <a:xfrm>
              <a:off x="3341232" y="71451"/>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9" name="Google Shape;9629;p33"/>
            <p:cNvSpPr/>
            <p:nvPr/>
          </p:nvSpPr>
          <p:spPr>
            <a:xfrm>
              <a:off x="8106270" y="100937"/>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0" name="Google Shape;9630;p33"/>
            <p:cNvSpPr/>
            <p:nvPr/>
          </p:nvSpPr>
          <p:spPr>
            <a:xfrm>
              <a:off x="9054317" y="100937"/>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1" name="Google Shape;9631;p33"/>
            <p:cNvSpPr/>
            <p:nvPr/>
          </p:nvSpPr>
          <p:spPr>
            <a:xfrm>
              <a:off x="4318661" y="104826"/>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2" name="Google Shape;9632;p33"/>
            <p:cNvSpPr/>
            <p:nvPr/>
          </p:nvSpPr>
          <p:spPr>
            <a:xfrm>
              <a:off x="5266707" y="104826"/>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3" name="Google Shape;9633;p33"/>
            <p:cNvSpPr/>
            <p:nvPr/>
          </p:nvSpPr>
          <p:spPr>
            <a:xfrm>
              <a:off x="6210661" y="104826"/>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4" name="Google Shape;9634;p33"/>
            <p:cNvSpPr/>
            <p:nvPr/>
          </p:nvSpPr>
          <p:spPr>
            <a:xfrm>
              <a:off x="7158707" y="104826"/>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5" name="Google Shape;9635;p33"/>
            <p:cNvSpPr/>
            <p:nvPr/>
          </p:nvSpPr>
          <p:spPr>
            <a:xfrm>
              <a:off x="534517" y="10483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6" name="Google Shape;9636;p33"/>
            <p:cNvSpPr/>
            <p:nvPr/>
          </p:nvSpPr>
          <p:spPr>
            <a:xfrm>
              <a:off x="1482564" y="104839"/>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7" name="Google Shape;9637;p33"/>
            <p:cNvSpPr/>
            <p:nvPr/>
          </p:nvSpPr>
          <p:spPr>
            <a:xfrm>
              <a:off x="2426517" y="10483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8" name="Google Shape;9638;p33"/>
            <p:cNvSpPr/>
            <p:nvPr/>
          </p:nvSpPr>
          <p:spPr>
            <a:xfrm>
              <a:off x="3374564" y="104839"/>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9" name="Google Shape;9639;p33"/>
            <p:cNvSpPr/>
            <p:nvPr/>
          </p:nvSpPr>
          <p:spPr>
            <a:xfrm>
              <a:off x="8139602" y="134324"/>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0" name="Google Shape;9640;p33"/>
            <p:cNvSpPr/>
            <p:nvPr/>
          </p:nvSpPr>
          <p:spPr>
            <a:xfrm>
              <a:off x="9087649" y="134324"/>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1" name="Google Shape;9641;p33"/>
            <p:cNvSpPr/>
            <p:nvPr/>
          </p:nvSpPr>
          <p:spPr>
            <a:xfrm>
              <a:off x="4351993" y="138214"/>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2" name="Google Shape;9642;p33"/>
            <p:cNvSpPr/>
            <p:nvPr/>
          </p:nvSpPr>
          <p:spPr>
            <a:xfrm>
              <a:off x="5300040" y="138214"/>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3" name="Google Shape;9643;p33"/>
            <p:cNvSpPr/>
            <p:nvPr/>
          </p:nvSpPr>
          <p:spPr>
            <a:xfrm>
              <a:off x="6243993" y="138214"/>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4" name="Google Shape;9644;p33"/>
            <p:cNvSpPr/>
            <p:nvPr/>
          </p:nvSpPr>
          <p:spPr>
            <a:xfrm>
              <a:off x="7192040" y="138214"/>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5" name="Google Shape;9645;p33"/>
            <p:cNvSpPr/>
            <p:nvPr/>
          </p:nvSpPr>
          <p:spPr>
            <a:xfrm>
              <a:off x="567850" y="138226"/>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6" name="Google Shape;9646;p33"/>
            <p:cNvSpPr/>
            <p:nvPr/>
          </p:nvSpPr>
          <p:spPr>
            <a:xfrm>
              <a:off x="1515897" y="138226"/>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7" name="Google Shape;9647;p33"/>
            <p:cNvSpPr/>
            <p:nvPr/>
          </p:nvSpPr>
          <p:spPr>
            <a:xfrm>
              <a:off x="2459850" y="138226"/>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8" name="Google Shape;9648;p33"/>
            <p:cNvSpPr/>
            <p:nvPr/>
          </p:nvSpPr>
          <p:spPr>
            <a:xfrm>
              <a:off x="3407897" y="138226"/>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9" name="Google Shape;9649;p33"/>
            <p:cNvSpPr/>
            <p:nvPr/>
          </p:nvSpPr>
          <p:spPr>
            <a:xfrm>
              <a:off x="8172907" y="167656"/>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0" name="Google Shape;9650;p33"/>
            <p:cNvSpPr/>
            <p:nvPr/>
          </p:nvSpPr>
          <p:spPr>
            <a:xfrm>
              <a:off x="9120954" y="167656"/>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1" name="Google Shape;9651;p33"/>
            <p:cNvSpPr/>
            <p:nvPr/>
          </p:nvSpPr>
          <p:spPr>
            <a:xfrm>
              <a:off x="4385298" y="171546"/>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2" name="Google Shape;9652;p33"/>
            <p:cNvSpPr/>
            <p:nvPr/>
          </p:nvSpPr>
          <p:spPr>
            <a:xfrm>
              <a:off x="5333345" y="171546"/>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3" name="Google Shape;9653;p33"/>
            <p:cNvSpPr/>
            <p:nvPr/>
          </p:nvSpPr>
          <p:spPr>
            <a:xfrm>
              <a:off x="6277298" y="171546"/>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4" name="Google Shape;9654;p33"/>
            <p:cNvSpPr/>
            <p:nvPr/>
          </p:nvSpPr>
          <p:spPr>
            <a:xfrm>
              <a:off x="7225345" y="171546"/>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5" name="Google Shape;9655;p33"/>
            <p:cNvSpPr/>
            <p:nvPr/>
          </p:nvSpPr>
          <p:spPr>
            <a:xfrm>
              <a:off x="601155" y="171558"/>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6" name="Google Shape;9656;p33"/>
            <p:cNvSpPr/>
            <p:nvPr/>
          </p:nvSpPr>
          <p:spPr>
            <a:xfrm>
              <a:off x="1549201" y="171558"/>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7" name="Google Shape;9657;p33"/>
            <p:cNvSpPr/>
            <p:nvPr/>
          </p:nvSpPr>
          <p:spPr>
            <a:xfrm>
              <a:off x="2493155" y="171558"/>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8" name="Google Shape;9658;p33"/>
            <p:cNvSpPr/>
            <p:nvPr/>
          </p:nvSpPr>
          <p:spPr>
            <a:xfrm>
              <a:off x="3441201" y="171558"/>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59" name="Google Shape;9659;p33"/>
            <p:cNvGrpSpPr/>
            <p:nvPr/>
          </p:nvGrpSpPr>
          <p:grpSpPr>
            <a:xfrm>
              <a:off x="6449300" y="340529"/>
              <a:ext cx="668332" cy="4454580"/>
              <a:chOff x="7145942" y="462311"/>
              <a:chExt cx="668332" cy="4454580"/>
            </a:xfrm>
          </p:grpSpPr>
          <p:sp>
            <p:nvSpPr>
              <p:cNvPr id="9660" name="Google Shape;9660;p33"/>
              <p:cNvSpPr/>
              <p:nvPr/>
            </p:nvSpPr>
            <p:spPr>
              <a:xfrm>
                <a:off x="7145942" y="462311"/>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1" name="Google Shape;9661;p33"/>
              <p:cNvSpPr/>
              <p:nvPr/>
            </p:nvSpPr>
            <p:spPr>
              <a:xfrm>
                <a:off x="7179247" y="495698"/>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2" name="Google Shape;9662;p33"/>
              <p:cNvSpPr/>
              <p:nvPr/>
            </p:nvSpPr>
            <p:spPr>
              <a:xfrm>
                <a:off x="7212606" y="529085"/>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3" name="Google Shape;9663;p33"/>
              <p:cNvSpPr/>
              <p:nvPr/>
            </p:nvSpPr>
            <p:spPr>
              <a:xfrm>
                <a:off x="7245911" y="562418"/>
                <a:ext cx="468407" cy="468133"/>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4" name="Google Shape;9664;p33"/>
              <p:cNvSpPr/>
              <p:nvPr/>
            </p:nvSpPr>
            <p:spPr>
              <a:xfrm>
                <a:off x="7279216" y="595805"/>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5" name="Google Shape;9665;p33"/>
              <p:cNvSpPr/>
              <p:nvPr/>
            </p:nvSpPr>
            <p:spPr>
              <a:xfrm>
                <a:off x="7312576" y="629192"/>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6" name="Google Shape;9666;p33"/>
              <p:cNvSpPr/>
              <p:nvPr/>
            </p:nvSpPr>
            <p:spPr>
              <a:xfrm>
                <a:off x="7345881" y="662525"/>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7" name="Google Shape;9667;p33"/>
              <p:cNvSpPr/>
              <p:nvPr/>
            </p:nvSpPr>
            <p:spPr>
              <a:xfrm>
                <a:off x="7379186" y="695939"/>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8" name="Google Shape;9668;p33"/>
              <p:cNvSpPr/>
              <p:nvPr/>
            </p:nvSpPr>
            <p:spPr>
              <a:xfrm>
                <a:off x="7412545" y="729327"/>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9" name="Google Shape;9669;p33"/>
              <p:cNvSpPr/>
              <p:nvPr/>
            </p:nvSpPr>
            <p:spPr>
              <a:xfrm>
                <a:off x="7445850" y="762686"/>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0" name="Google Shape;9670;p33"/>
              <p:cNvSpPr/>
              <p:nvPr/>
            </p:nvSpPr>
            <p:spPr>
              <a:xfrm>
                <a:off x="7145942" y="1408816"/>
                <a:ext cx="668332" cy="668332"/>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1" name="Google Shape;9671;p33"/>
              <p:cNvSpPr/>
              <p:nvPr/>
            </p:nvSpPr>
            <p:spPr>
              <a:xfrm>
                <a:off x="7179247" y="1442148"/>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2" name="Google Shape;9672;p33"/>
              <p:cNvSpPr/>
              <p:nvPr/>
            </p:nvSpPr>
            <p:spPr>
              <a:xfrm>
                <a:off x="7212606" y="1475536"/>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3" name="Google Shape;9673;p33"/>
              <p:cNvSpPr/>
              <p:nvPr/>
            </p:nvSpPr>
            <p:spPr>
              <a:xfrm>
                <a:off x="7245911" y="1508923"/>
                <a:ext cx="468407" cy="468132"/>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4" name="Google Shape;9674;p33"/>
              <p:cNvSpPr/>
              <p:nvPr/>
            </p:nvSpPr>
            <p:spPr>
              <a:xfrm>
                <a:off x="7279216" y="1542255"/>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5" name="Google Shape;9675;p33"/>
              <p:cNvSpPr/>
              <p:nvPr/>
            </p:nvSpPr>
            <p:spPr>
              <a:xfrm>
                <a:off x="7312576" y="1575642"/>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6" name="Google Shape;9676;p33"/>
              <p:cNvSpPr/>
              <p:nvPr/>
            </p:nvSpPr>
            <p:spPr>
              <a:xfrm>
                <a:off x="7345881" y="1609057"/>
                <a:ext cx="268482" cy="267877"/>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7" name="Google Shape;9677;p33"/>
              <p:cNvSpPr/>
              <p:nvPr/>
            </p:nvSpPr>
            <p:spPr>
              <a:xfrm>
                <a:off x="7379186" y="1642445"/>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8" name="Google Shape;9678;p33"/>
              <p:cNvSpPr/>
              <p:nvPr/>
            </p:nvSpPr>
            <p:spPr>
              <a:xfrm>
                <a:off x="7412545" y="1675777"/>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9" name="Google Shape;9679;p33"/>
              <p:cNvSpPr/>
              <p:nvPr/>
            </p:nvSpPr>
            <p:spPr>
              <a:xfrm>
                <a:off x="7445850" y="1709164"/>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0" name="Google Shape;9680;p33"/>
              <p:cNvSpPr/>
              <p:nvPr/>
            </p:nvSpPr>
            <p:spPr>
              <a:xfrm>
                <a:off x="7145942" y="2355266"/>
                <a:ext cx="668332"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1" name="Google Shape;9681;p33"/>
              <p:cNvSpPr/>
              <p:nvPr/>
            </p:nvSpPr>
            <p:spPr>
              <a:xfrm>
                <a:off x="7179247" y="2388653"/>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2" name="Google Shape;9682;p33"/>
              <p:cNvSpPr/>
              <p:nvPr/>
            </p:nvSpPr>
            <p:spPr>
              <a:xfrm>
                <a:off x="7212579" y="2422013"/>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3" name="Google Shape;9683;p33"/>
              <p:cNvSpPr/>
              <p:nvPr/>
            </p:nvSpPr>
            <p:spPr>
              <a:xfrm>
                <a:off x="7245911" y="2455373"/>
                <a:ext cx="468407"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4" name="Google Shape;9684;p33"/>
              <p:cNvSpPr/>
              <p:nvPr/>
            </p:nvSpPr>
            <p:spPr>
              <a:xfrm>
                <a:off x="7279216" y="2488760"/>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5" name="Google Shape;9685;p33"/>
              <p:cNvSpPr/>
              <p:nvPr/>
            </p:nvSpPr>
            <p:spPr>
              <a:xfrm>
                <a:off x="7312576" y="2522093"/>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6" name="Google Shape;9686;p33"/>
              <p:cNvSpPr/>
              <p:nvPr/>
            </p:nvSpPr>
            <p:spPr>
              <a:xfrm>
                <a:off x="7345881" y="2555480"/>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7" name="Google Shape;9687;p33"/>
              <p:cNvSpPr/>
              <p:nvPr/>
            </p:nvSpPr>
            <p:spPr>
              <a:xfrm>
                <a:off x="7379186" y="2588895"/>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8" name="Google Shape;9688;p33"/>
              <p:cNvSpPr/>
              <p:nvPr/>
            </p:nvSpPr>
            <p:spPr>
              <a:xfrm>
                <a:off x="7412545" y="2622255"/>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9" name="Google Shape;9689;p33"/>
              <p:cNvSpPr/>
              <p:nvPr/>
            </p:nvSpPr>
            <p:spPr>
              <a:xfrm>
                <a:off x="7445850" y="2655614"/>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0" name="Google Shape;9690;p33"/>
              <p:cNvSpPr/>
              <p:nvPr/>
            </p:nvSpPr>
            <p:spPr>
              <a:xfrm>
                <a:off x="7145942" y="3302053"/>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1" name="Google Shape;9691;p33"/>
              <p:cNvSpPr/>
              <p:nvPr/>
            </p:nvSpPr>
            <p:spPr>
              <a:xfrm>
                <a:off x="7179247" y="3335441"/>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2" name="Google Shape;9692;p33"/>
              <p:cNvSpPr/>
              <p:nvPr/>
            </p:nvSpPr>
            <p:spPr>
              <a:xfrm>
                <a:off x="7212606" y="3368828"/>
                <a:ext cx="535013" cy="534847"/>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3" name="Google Shape;9693;p33"/>
              <p:cNvSpPr/>
              <p:nvPr/>
            </p:nvSpPr>
            <p:spPr>
              <a:xfrm>
                <a:off x="7245911" y="3402160"/>
                <a:ext cx="468407" cy="468132"/>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4" name="Google Shape;9694;p33"/>
              <p:cNvSpPr/>
              <p:nvPr/>
            </p:nvSpPr>
            <p:spPr>
              <a:xfrm>
                <a:off x="7279216" y="3435548"/>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5" name="Google Shape;9695;p33"/>
              <p:cNvSpPr/>
              <p:nvPr/>
            </p:nvSpPr>
            <p:spPr>
              <a:xfrm>
                <a:off x="7312576" y="3468935"/>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6" name="Google Shape;9696;p33"/>
              <p:cNvSpPr/>
              <p:nvPr/>
            </p:nvSpPr>
            <p:spPr>
              <a:xfrm>
                <a:off x="7345881" y="3502267"/>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7" name="Google Shape;9697;p33"/>
              <p:cNvSpPr/>
              <p:nvPr/>
            </p:nvSpPr>
            <p:spPr>
              <a:xfrm>
                <a:off x="7379186" y="3535682"/>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8" name="Google Shape;9698;p33"/>
              <p:cNvSpPr/>
              <p:nvPr/>
            </p:nvSpPr>
            <p:spPr>
              <a:xfrm>
                <a:off x="7412545" y="3569069"/>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9" name="Google Shape;9699;p33"/>
              <p:cNvSpPr/>
              <p:nvPr/>
            </p:nvSpPr>
            <p:spPr>
              <a:xfrm>
                <a:off x="7445850" y="3602429"/>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0" name="Google Shape;9700;p33"/>
              <p:cNvSpPr/>
              <p:nvPr/>
            </p:nvSpPr>
            <p:spPr>
              <a:xfrm>
                <a:off x="7145942" y="4248559"/>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1" name="Google Shape;9701;p33"/>
              <p:cNvSpPr/>
              <p:nvPr/>
            </p:nvSpPr>
            <p:spPr>
              <a:xfrm>
                <a:off x="7179247" y="4281891"/>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2" name="Google Shape;9702;p33"/>
              <p:cNvSpPr/>
              <p:nvPr/>
            </p:nvSpPr>
            <p:spPr>
              <a:xfrm>
                <a:off x="7212606" y="4315278"/>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3" name="Google Shape;9703;p33"/>
              <p:cNvSpPr/>
              <p:nvPr/>
            </p:nvSpPr>
            <p:spPr>
              <a:xfrm>
                <a:off x="7245911" y="4348666"/>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4" name="Google Shape;9704;p33"/>
              <p:cNvSpPr/>
              <p:nvPr/>
            </p:nvSpPr>
            <p:spPr>
              <a:xfrm>
                <a:off x="7279216" y="4381998"/>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5" name="Google Shape;9705;p33"/>
              <p:cNvSpPr/>
              <p:nvPr/>
            </p:nvSpPr>
            <p:spPr>
              <a:xfrm>
                <a:off x="7312576" y="4415385"/>
                <a:ext cx="335088" cy="334647"/>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6" name="Google Shape;9706;p33"/>
              <p:cNvSpPr/>
              <p:nvPr/>
            </p:nvSpPr>
            <p:spPr>
              <a:xfrm>
                <a:off x="7345881" y="4448800"/>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7" name="Google Shape;9707;p33"/>
              <p:cNvSpPr/>
              <p:nvPr/>
            </p:nvSpPr>
            <p:spPr>
              <a:xfrm>
                <a:off x="7379186" y="448218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8" name="Google Shape;9708;p33"/>
              <p:cNvSpPr/>
              <p:nvPr/>
            </p:nvSpPr>
            <p:spPr>
              <a:xfrm>
                <a:off x="7412545" y="4515520"/>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9" name="Google Shape;9709;p33"/>
              <p:cNvSpPr/>
              <p:nvPr/>
            </p:nvSpPr>
            <p:spPr>
              <a:xfrm>
                <a:off x="7445850" y="4548907"/>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0" name="Google Shape;9710;p33"/>
            <p:cNvSpPr/>
            <p:nvPr/>
          </p:nvSpPr>
          <p:spPr>
            <a:xfrm>
              <a:off x="8347792" y="340561"/>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11" name="Google Shape;9711;p33"/>
            <p:cNvGrpSpPr/>
            <p:nvPr/>
          </p:nvGrpSpPr>
          <p:grpSpPr>
            <a:xfrm>
              <a:off x="7396867" y="340808"/>
              <a:ext cx="668332" cy="4454580"/>
              <a:chOff x="7145942" y="462311"/>
              <a:chExt cx="668332" cy="4454580"/>
            </a:xfrm>
          </p:grpSpPr>
          <p:sp>
            <p:nvSpPr>
              <p:cNvPr id="9712" name="Google Shape;9712;p33"/>
              <p:cNvSpPr/>
              <p:nvPr/>
            </p:nvSpPr>
            <p:spPr>
              <a:xfrm>
                <a:off x="7145942" y="462311"/>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3" name="Google Shape;9713;p33"/>
              <p:cNvSpPr/>
              <p:nvPr/>
            </p:nvSpPr>
            <p:spPr>
              <a:xfrm>
                <a:off x="7179247" y="495698"/>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4" name="Google Shape;9714;p33"/>
              <p:cNvSpPr/>
              <p:nvPr/>
            </p:nvSpPr>
            <p:spPr>
              <a:xfrm>
                <a:off x="7212606" y="529085"/>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5" name="Google Shape;9715;p33"/>
              <p:cNvSpPr/>
              <p:nvPr/>
            </p:nvSpPr>
            <p:spPr>
              <a:xfrm>
                <a:off x="7245911" y="562418"/>
                <a:ext cx="468407" cy="468133"/>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6" name="Google Shape;9716;p33"/>
              <p:cNvSpPr/>
              <p:nvPr/>
            </p:nvSpPr>
            <p:spPr>
              <a:xfrm>
                <a:off x="7279216" y="595805"/>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7" name="Google Shape;9717;p33"/>
              <p:cNvSpPr/>
              <p:nvPr/>
            </p:nvSpPr>
            <p:spPr>
              <a:xfrm>
                <a:off x="7312576" y="629192"/>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8" name="Google Shape;9718;p33"/>
              <p:cNvSpPr/>
              <p:nvPr/>
            </p:nvSpPr>
            <p:spPr>
              <a:xfrm>
                <a:off x="7345881" y="662525"/>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9" name="Google Shape;9719;p33"/>
              <p:cNvSpPr/>
              <p:nvPr/>
            </p:nvSpPr>
            <p:spPr>
              <a:xfrm>
                <a:off x="7379186" y="695939"/>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0" name="Google Shape;9720;p33"/>
              <p:cNvSpPr/>
              <p:nvPr/>
            </p:nvSpPr>
            <p:spPr>
              <a:xfrm>
                <a:off x="7412545" y="729327"/>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1" name="Google Shape;9721;p33"/>
              <p:cNvSpPr/>
              <p:nvPr/>
            </p:nvSpPr>
            <p:spPr>
              <a:xfrm>
                <a:off x="7445850" y="762686"/>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2" name="Google Shape;9722;p33"/>
              <p:cNvSpPr/>
              <p:nvPr/>
            </p:nvSpPr>
            <p:spPr>
              <a:xfrm>
                <a:off x="7145942" y="1408816"/>
                <a:ext cx="668332" cy="668332"/>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3" name="Google Shape;9723;p33"/>
              <p:cNvSpPr/>
              <p:nvPr/>
            </p:nvSpPr>
            <p:spPr>
              <a:xfrm>
                <a:off x="7179247" y="1442148"/>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4" name="Google Shape;9724;p33"/>
              <p:cNvSpPr/>
              <p:nvPr/>
            </p:nvSpPr>
            <p:spPr>
              <a:xfrm>
                <a:off x="7212606" y="1475536"/>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5" name="Google Shape;9725;p33"/>
              <p:cNvSpPr/>
              <p:nvPr/>
            </p:nvSpPr>
            <p:spPr>
              <a:xfrm>
                <a:off x="7245911" y="1508923"/>
                <a:ext cx="468407" cy="468132"/>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6" name="Google Shape;9726;p33"/>
              <p:cNvSpPr/>
              <p:nvPr/>
            </p:nvSpPr>
            <p:spPr>
              <a:xfrm>
                <a:off x="7279216" y="1542255"/>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7" name="Google Shape;9727;p33"/>
              <p:cNvSpPr/>
              <p:nvPr/>
            </p:nvSpPr>
            <p:spPr>
              <a:xfrm>
                <a:off x="7312576" y="1575642"/>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8" name="Google Shape;9728;p33"/>
              <p:cNvSpPr/>
              <p:nvPr/>
            </p:nvSpPr>
            <p:spPr>
              <a:xfrm>
                <a:off x="7345881" y="1609057"/>
                <a:ext cx="268482" cy="267877"/>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9" name="Google Shape;9729;p33"/>
              <p:cNvSpPr/>
              <p:nvPr/>
            </p:nvSpPr>
            <p:spPr>
              <a:xfrm>
                <a:off x="7379186" y="1642445"/>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0" name="Google Shape;9730;p33"/>
              <p:cNvSpPr/>
              <p:nvPr/>
            </p:nvSpPr>
            <p:spPr>
              <a:xfrm>
                <a:off x="7412545" y="1675777"/>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1" name="Google Shape;9731;p33"/>
              <p:cNvSpPr/>
              <p:nvPr/>
            </p:nvSpPr>
            <p:spPr>
              <a:xfrm>
                <a:off x="7445850" y="1709164"/>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2" name="Google Shape;9732;p33"/>
              <p:cNvSpPr/>
              <p:nvPr/>
            </p:nvSpPr>
            <p:spPr>
              <a:xfrm>
                <a:off x="7145942" y="2355266"/>
                <a:ext cx="668332"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3" name="Google Shape;9733;p33"/>
              <p:cNvSpPr/>
              <p:nvPr/>
            </p:nvSpPr>
            <p:spPr>
              <a:xfrm>
                <a:off x="7179247" y="2388653"/>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4" name="Google Shape;9734;p33"/>
              <p:cNvSpPr/>
              <p:nvPr/>
            </p:nvSpPr>
            <p:spPr>
              <a:xfrm>
                <a:off x="7212579" y="2422013"/>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5" name="Google Shape;9735;p33"/>
              <p:cNvSpPr/>
              <p:nvPr/>
            </p:nvSpPr>
            <p:spPr>
              <a:xfrm>
                <a:off x="7245911" y="2455373"/>
                <a:ext cx="468407"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6" name="Google Shape;9736;p33"/>
              <p:cNvSpPr/>
              <p:nvPr/>
            </p:nvSpPr>
            <p:spPr>
              <a:xfrm>
                <a:off x="7279216" y="2488760"/>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7" name="Google Shape;9737;p33"/>
              <p:cNvSpPr/>
              <p:nvPr/>
            </p:nvSpPr>
            <p:spPr>
              <a:xfrm>
                <a:off x="7312576" y="2522093"/>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8" name="Google Shape;9738;p33"/>
              <p:cNvSpPr/>
              <p:nvPr/>
            </p:nvSpPr>
            <p:spPr>
              <a:xfrm>
                <a:off x="7345881" y="2555480"/>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9" name="Google Shape;9739;p33"/>
              <p:cNvSpPr/>
              <p:nvPr/>
            </p:nvSpPr>
            <p:spPr>
              <a:xfrm>
                <a:off x="7379186" y="2588895"/>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0" name="Google Shape;9740;p33"/>
              <p:cNvSpPr/>
              <p:nvPr/>
            </p:nvSpPr>
            <p:spPr>
              <a:xfrm>
                <a:off x="7412545" y="2622255"/>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1" name="Google Shape;9741;p33"/>
              <p:cNvSpPr/>
              <p:nvPr/>
            </p:nvSpPr>
            <p:spPr>
              <a:xfrm>
                <a:off x="7445850" y="2655614"/>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2" name="Google Shape;9742;p33"/>
              <p:cNvSpPr/>
              <p:nvPr/>
            </p:nvSpPr>
            <p:spPr>
              <a:xfrm>
                <a:off x="7145942" y="3302053"/>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3" name="Google Shape;9743;p33"/>
              <p:cNvSpPr/>
              <p:nvPr/>
            </p:nvSpPr>
            <p:spPr>
              <a:xfrm>
                <a:off x="7179247" y="3335441"/>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4" name="Google Shape;9744;p33"/>
              <p:cNvSpPr/>
              <p:nvPr/>
            </p:nvSpPr>
            <p:spPr>
              <a:xfrm>
                <a:off x="7212606" y="3368828"/>
                <a:ext cx="535013" cy="534847"/>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5" name="Google Shape;9745;p33"/>
              <p:cNvSpPr/>
              <p:nvPr/>
            </p:nvSpPr>
            <p:spPr>
              <a:xfrm>
                <a:off x="7245911" y="3402160"/>
                <a:ext cx="468407" cy="468132"/>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6" name="Google Shape;9746;p33"/>
              <p:cNvSpPr/>
              <p:nvPr/>
            </p:nvSpPr>
            <p:spPr>
              <a:xfrm>
                <a:off x="7279216" y="3435548"/>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7" name="Google Shape;9747;p33"/>
              <p:cNvSpPr/>
              <p:nvPr/>
            </p:nvSpPr>
            <p:spPr>
              <a:xfrm>
                <a:off x="7312576" y="3468935"/>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8" name="Google Shape;9748;p33"/>
              <p:cNvSpPr/>
              <p:nvPr/>
            </p:nvSpPr>
            <p:spPr>
              <a:xfrm>
                <a:off x="7345881" y="3502267"/>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9" name="Google Shape;9749;p33"/>
              <p:cNvSpPr/>
              <p:nvPr/>
            </p:nvSpPr>
            <p:spPr>
              <a:xfrm>
                <a:off x="7379186" y="3535682"/>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0" name="Google Shape;9750;p33"/>
              <p:cNvSpPr/>
              <p:nvPr/>
            </p:nvSpPr>
            <p:spPr>
              <a:xfrm>
                <a:off x="7412545" y="3569069"/>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1" name="Google Shape;9751;p33"/>
              <p:cNvSpPr/>
              <p:nvPr/>
            </p:nvSpPr>
            <p:spPr>
              <a:xfrm>
                <a:off x="7445850" y="3602429"/>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2" name="Google Shape;9752;p33"/>
              <p:cNvSpPr/>
              <p:nvPr/>
            </p:nvSpPr>
            <p:spPr>
              <a:xfrm>
                <a:off x="7145942" y="4248559"/>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3" name="Google Shape;9753;p33"/>
              <p:cNvSpPr/>
              <p:nvPr/>
            </p:nvSpPr>
            <p:spPr>
              <a:xfrm>
                <a:off x="7179247" y="4281891"/>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4" name="Google Shape;9754;p33"/>
              <p:cNvSpPr/>
              <p:nvPr/>
            </p:nvSpPr>
            <p:spPr>
              <a:xfrm>
                <a:off x="7212606" y="4315278"/>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5" name="Google Shape;9755;p33"/>
              <p:cNvSpPr/>
              <p:nvPr/>
            </p:nvSpPr>
            <p:spPr>
              <a:xfrm>
                <a:off x="7245911" y="4348666"/>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6" name="Google Shape;9756;p33"/>
              <p:cNvSpPr/>
              <p:nvPr/>
            </p:nvSpPr>
            <p:spPr>
              <a:xfrm>
                <a:off x="7279216" y="4381998"/>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7" name="Google Shape;9757;p33"/>
              <p:cNvSpPr/>
              <p:nvPr/>
            </p:nvSpPr>
            <p:spPr>
              <a:xfrm>
                <a:off x="7312576" y="4415385"/>
                <a:ext cx="335088" cy="334647"/>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8" name="Google Shape;9758;p33"/>
              <p:cNvSpPr/>
              <p:nvPr/>
            </p:nvSpPr>
            <p:spPr>
              <a:xfrm>
                <a:off x="7345881" y="4448800"/>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9" name="Google Shape;9759;p33"/>
              <p:cNvSpPr/>
              <p:nvPr/>
            </p:nvSpPr>
            <p:spPr>
              <a:xfrm>
                <a:off x="7379186" y="448218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0" name="Google Shape;9760;p33"/>
              <p:cNvSpPr/>
              <p:nvPr/>
            </p:nvSpPr>
            <p:spPr>
              <a:xfrm>
                <a:off x="7412545" y="4515520"/>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1" name="Google Shape;9761;p33"/>
              <p:cNvSpPr/>
              <p:nvPr/>
            </p:nvSpPr>
            <p:spPr>
              <a:xfrm>
                <a:off x="7445850" y="4548907"/>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2" name="Google Shape;9762;p33"/>
            <p:cNvGrpSpPr/>
            <p:nvPr/>
          </p:nvGrpSpPr>
          <p:grpSpPr>
            <a:xfrm>
              <a:off x="5499677" y="341637"/>
              <a:ext cx="668332" cy="4454580"/>
              <a:chOff x="7145942" y="462311"/>
              <a:chExt cx="668332" cy="4454580"/>
            </a:xfrm>
          </p:grpSpPr>
          <p:sp>
            <p:nvSpPr>
              <p:cNvPr id="9763" name="Google Shape;9763;p33"/>
              <p:cNvSpPr/>
              <p:nvPr/>
            </p:nvSpPr>
            <p:spPr>
              <a:xfrm>
                <a:off x="7145942" y="462311"/>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4" name="Google Shape;9764;p33"/>
              <p:cNvSpPr/>
              <p:nvPr/>
            </p:nvSpPr>
            <p:spPr>
              <a:xfrm>
                <a:off x="7179247" y="495698"/>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5" name="Google Shape;9765;p33"/>
              <p:cNvSpPr/>
              <p:nvPr/>
            </p:nvSpPr>
            <p:spPr>
              <a:xfrm>
                <a:off x="7212606" y="529085"/>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6" name="Google Shape;9766;p33"/>
              <p:cNvSpPr/>
              <p:nvPr/>
            </p:nvSpPr>
            <p:spPr>
              <a:xfrm>
                <a:off x="7245911" y="562418"/>
                <a:ext cx="468407" cy="468133"/>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7" name="Google Shape;9767;p33"/>
              <p:cNvSpPr/>
              <p:nvPr/>
            </p:nvSpPr>
            <p:spPr>
              <a:xfrm>
                <a:off x="7279216" y="595805"/>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8" name="Google Shape;9768;p33"/>
              <p:cNvSpPr/>
              <p:nvPr/>
            </p:nvSpPr>
            <p:spPr>
              <a:xfrm>
                <a:off x="7312576" y="629192"/>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9" name="Google Shape;9769;p33"/>
              <p:cNvSpPr/>
              <p:nvPr/>
            </p:nvSpPr>
            <p:spPr>
              <a:xfrm>
                <a:off x="7345881" y="662525"/>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0" name="Google Shape;9770;p33"/>
              <p:cNvSpPr/>
              <p:nvPr/>
            </p:nvSpPr>
            <p:spPr>
              <a:xfrm>
                <a:off x="7379186" y="695939"/>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1" name="Google Shape;9771;p33"/>
              <p:cNvSpPr/>
              <p:nvPr/>
            </p:nvSpPr>
            <p:spPr>
              <a:xfrm>
                <a:off x="7412545" y="729327"/>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2" name="Google Shape;9772;p33"/>
              <p:cNvSpPr/>
              <p:nvPr/>
            </p:nvSpPr>
            <p:spPr>
              <a:xfrm>
                <a:off x="7445850" y="762686"/>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3" name="Google Shape;9773;p33"/>
              <p:cNvSpPr/>
              <p:nvPr/>
            </p:nvSpPr>
            <p:spPr>
              <a:xfrm>
                <a:off x="7145942" y="1408816"/>
                <a:ext cx="668332" cy="668332"/>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4" name="Google Shape;9774;p33"/>
              <p:cNvSpPr/>
              <p:nvPr/>
            </p:nvSpPr>
            <p:spPr>
              <a:xfrm>
                <a:off x="7179247" y="1442148"/>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5" name="Google Shape;9775;p33"/>
              <p:cNvSpPr/>
              <p:nvPr/>
            </p:nvSpPr>
            <p:spPr>
              <a:xfrm>
                <a:off x="7212606" y="1475536"/>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6" name="Google Shape;9776;p33"/>
              <p:cNvSpPr/>
              <p:nvPr/>
            </p:nvSpPr>
            <p:spPr>
              <a:xfrm>
                <a:off x="7245911" y="1508923"/>
                <a:ext cx="468407" cy="468132"/>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7" name="Google Shape;9777;p33"/>
              <p:cNvSpPr/>
              <p:nvPr/>
            </p:nvSpPr>
            <p:spPr>
              <a:xfrm>
                <a:off x="7279216" y="1542255"/>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8" name="Google Shape;9778;p33"/>
              <p:cNvSpPr/>
              <p:nvPr/>
            </p:nvSpPr>
            <p:spPr>
              <a:xfrm>
                <a:off x="7312576" y="1575642"/>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9" name="Google Shape;9779;p33"/>
              <p:cNvSpPr/>
              <p:nvPr/>
            </p:nvSpPr>
            <p:spPr>
              <a:xfrm>
                <a:off x="7345881" y="1609057"/>
                <a:ext cx="268482" cy="267877"/>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0" name="Google Shape;9780;p33"/>
              <p:cNvSpPr/>
              <p:nvPr/>
            </p:nvSpPr>
            <p:spPr>
              <a:xfrm>
                <a:off x="7379186" y="1642445"/>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1" name="Google Shape;9781;p33"/>
              <p:cNvSpPr/>
              <p:nvPr/>
            </p:nvSpPr>
            <p:spPr>
              <a:xfrm>
                <a:off x="7412545" y="1675777"/>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2" name="Google Shape;9782;p33"/>
              <p:cNvSpPr/>
              <p:nvPr/>
            </p:nvSpPr>
            <p:spPr>
              <a:xfrm>
                <a:off x="7445850" y="1709164"/>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3" name="Google Shape;9783;p33"/>
              <p:cNvSpPr/>
              <p:nvPr/>
            </p:nvSpPr>
            <p:spPr>
              <a:xfrm>
                <a:off x="7145942" y="2355266"/>
                <a:ext cx="668332"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4" name="Google Shape;9784;p33"/>
              <p:cNvSpPr/>
              <p:nvPr/>
            </p:nvSpPr>
            <p:spPr>
              <a:xfrm>
                <a:off x="7179247" y="2388653"/>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5" name="Google Shape;9785;p33"/>
              <p:cNvSpPr/>
              <p:nvPr/>
            </p:nvSpPr>
            <p:spPr>
              <a:xfrm>
                <a:off x="7212579" y="2422013"/>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6" name="Google Shape;9786;p33"/>
              <p:cNvSpPr/>
              <p:nvPr/>
            </p:nvSpPr>
            <p:spPr>
              <a:xfrm>
                <a:off x="7245911" y="2455373"/>
                <a:ext cx="468407"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7" name="Google Shape;9787;p33"/>
              <p:cNvSpPr/>
              <p:nvPr/>
            </p:nvSpPr>
            <p:spPr>
              <a:xfrm>
                <a:off x="7279216" y="2488760"/>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8" name="Google Shape;9788;p33"/>
              <p:cNvSpPr/>
              <p:nvPr/>
            </p:nvSpPr>
            <p:spPr>
              <a:xfrm>
                <a:off x="7312576" y="2522093"/>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9" name="Google Shape;9789;p33"/>
              <p:cNvSpPr/>
              <p:nvPr/>
            </p:nvSpPr>
            <p:spPr>
              <a:xfrm>
                <a:off x="7345881" y="2555480"/>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0" name="Google Shape;9790;p33"/>
              <p:cNvSpPr/>
              <p:nvPr/>
            </p:nvSpPr>
            <p:spPr>
              <a:xfrm>
                <a:off x="7379186" y="2588895"/>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1" name="Google Shape;9791;p33"/>
              <p:cNvSpPr/>
              <p:nvPr/>
            </p:nvSpPr>
            <p:spPr>
              <a:xfrm>
                <a:off x="7412545" y="2622255"/>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2" name="Google Shape;9792;p33"/>
              <p:cNvSpPr/>
              <p:nvPr/>
            </p:nvSpPr>
            <p:spPr>
              <a:xfrm>
                <a:off x="7445850" y="2655614"/>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3" name="Google Shape;9793;p33"/>
              <p:cNvSpPr/>
              <p:nvPr/>
            </p:nvSpPr>
            <p:spPr>
              <a:xfrm>
                <a:off x="7145942" y="3302053"/>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4" name="Google Shape;9794;p33"/>
              <p:cNvSpPr/>
              <p:nvPr/>
            </p:nvSpPr>
            <p:spPr>
              <a:xfrm>
                <a:off x="7179247" y="3335441"/>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5" name="Google Shape;9795;p33"/>
              <p:cNvSpPr/>
              <p:nvPr/>
            </p:nvSpPr>
            <p:spPr>
              <a:xfrm>
                <a:off x="7212606" y="3368828"/>
                <a:ext cx="535013" cy="534847"/>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6" name="Google Shape;9796;p33"/>
              <p:cNvSpPr/>
              <p:nvPr/>
            </p:nvSpPr>
            <p:spPr>
              <a:xfrm>
                <a:off x="7245911" y="3402160"/>
                <a:ext cx="468407" cy="468132"/>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7" name="Google Shape;9797;p33"/>
              <p:cNvSpPr/>
              <p:nvPr/>
            </p:nvSpPr>
            <p:spPr>
              <a:xfrm>
                <a:off x="7279216" y="3435548"/>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8" name="Google Shape;9798;p33"/>
              <p:cNvSpPr/>
              <p:nvPr/>
            </p:nvSpPr>
            <p:spPr>
              <a:xfrm>
                <a:off x="7312576" y="3468935"/>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9" name="Google Shape;9799;p33"/>
              <p:cNvSpPr/>
              <p:nvPr/>
            </p:nvSpPr>
            <p:spPr>
              <a:xfrm>
                <a:off x="7345881" y="3502267"/>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0" name="Google Shape;9800;p33"/>
              <p:cNvSpPr/>
              <p:nvPr/>
            </p:nvSpPr>
            <p:spPr>
              <a:xfrm>
                <a:off x="7379186" y="3535682"/>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1" name="Google Shape;9801;p33"/>
              <p:cNvSpPr/>
              <p:nvPr/>
            </p:nvSpPr>
            <p:spPr>
              <a:xfrm>
                <a:off x="7412545" y="3569069"/>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2" name="Google Shape;9802;p33"/>
              <p:cNvSpPr/>
              <p:nvPr/>
            </p:nvSpPr>
            <p:spPr>
              <a:xfrm>
                <a:off x="7445850" y="3602429"/>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3" name="Google Shape;9803;p33"/>
              <p:cNvSpPr/>
              <p:nvPr/>
            </p:nvSpPr>
            <p:spPr>
              <a:xfrm>
                <a:off x="7145942" y="4248559"/>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4" name="Google Shape;9804;p33"/>
              <p:cNvSpPr/>
              <p:nvPr/>
            </p:nvSpPr>
            <p:spPr>
              <a:xfrm>
                <a:off x="7179247" y="4281891"/>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5" name="Google Shape;9805;p33"/>
              <p:cNvSpPr/>
              <p:nvPr/>
            </p:nvSpPr>
            <p:spPr>
              <a:xfrm>
                <a:off x="7212606" y="4315278"/>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6" name="Google Shape;9806;p33"/>
              <p:cNvSpPr/>
              <p:nvPr/>
            </p:nvSpPr>
            <p:spPr>
              <a:xfrm>
                <a:off x="7245911" y="4348666"/>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7" name="Google Shape;9807;p33"/>
              <p:cNvSpPr/>
              <p:nvPr/>
            </p:nvSpPr>
            <p:spPr>
              <a:xfrm>
                <a:off x="7279216" y="4381998"/>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8" name="Google Shape;9808;p33"/>
              <p:cNvSpPr/>
              <p:nvPr/>
            </p:nvSpPr>
            <p:spPr>
              <a:xfrm>
                <a:off x="7312576" y="4415385"/>
                <a:ext cx="335088" cy="334647"/>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9" name="Google Shape;9809;p33"/>
              <p:cNvSpPr/>
              <p:nvPr/>
            </p:nvSpPr>
            <p:spPr>
              <a:xfrm>
                <a:off x="7345881" y="4448800"/>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0" name="Google Shape;9810;p33"/>
              <p:cNvSpPr/>
              <p:nvPr/>
            </p:nvSpPr>
            <p:spPr>
              <a:xfrm>
                <a:off x="7379186" y="448218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1" name="Google Shape;9811;p33"/>
              <p:cNvSpPr/>
              <p:nvPr/>
            </p:nvSpPr>
            <p:spPr>
              <a:xfrm>
                <a:off x="7412545" y="4515520"/>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2" name="Google Shape;9812;p33"/>
              <p:cNvSpPr/>
              <p:nvPr/>
            </p:nvSpPr>
            <p:spPr>
              <a:xfrm>
                <a:off x="7445850" y="4548907"/>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13" name="Google Shape;9813;p33"/>
            <p:cNvSpPr/>
            <p:nvPr/>
          </p:nvSpPr>
          <p:spPr>
            <a:xfrm>
              <a:off x="8381097" y="373948"/>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4" name="Google Shape;9814;p33"/>
            <p:cNvSpPr/>
            <p:nvPr/>
          </p:nvSpPr>
          <p:spPr>
            <a:xfrm>
              <a:off x="8414456" y="407335"/>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5" name="Google Shape;9815;p33"/>
            <p:cNvSpPr/>
            <p:nvPr/>
          </p:nvSpPr>
          <p:spPr>
            <a:xfrm>
              <a:off x="8447761" y="440668"/>
              <a:ext cx="468407" cy="468133"/>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6" name="Google Shape;9816;p33"/>
            <p:cNvSpPr/>
            <p:nvPr/>
          </p:nvSpPr>
          <p:spPr>
            <a:xfrm>
              <a:off x="8481066" y="474055"/>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7" name="Google Shape;9817;p33"/>
            <p:cNvSpPr/>
            <p:nvPr/>
          </p:nvSpPr>
          <p:spPr>
            <a:xfrm>
              <a:off x="8514426" y="507442"/>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8" name="Google Shape;9818;p33"/>
            <p:cNvSpPr/>
            <p:nvPr/>
          </p:nvSpPr>
          <p:spPr>
            <a:xfrm>
              <a:off x="8547731" y="540775"/>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9" name="Google Shape;9819;p33"/>
            <p:cNvSpPr/>
            <p:nvPr/>
          </p:nvSpPr>
          <p:spPr>
            <a:xfrm>
              <a:off x="8581036" y="574189"/>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0" name="Google Shape;9820;p33"/>
            <p:cNvSpPr/>
            <p:nvPr/>
          </p:nvSpPr>
          <p:spPr>
            <a:xfrm>
              <a:off x="8614395" y="607577"/>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1" name="Google Shape;9821;p33"/>
            <p:cNvSpPr/>
            <p:nvPr/>
          </p:nvSpPr>
          <p:spPr>
            <a:xfrm>
              <a:off x="8647700" y="640936"/>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22" name="Google Shape;9822;p33"/>
            <p:cNvGrpSpPr/>
            <p:nvPr/>
          </p:nvGrpSpPr>
          <p:grpSpPr>
            <a:xfrm>
              <a:off x="5972263" y="812389"/>
              <a:ext cx="668332" cy="3508103"/>
              <a:chOff x="7872998" y="813786"/>
              <a:chExt cx="668332" cy="3508103"/>
            </a:xfrm>
          </p:grpSpPr>
          <p:sp>
            <p:nvSpPr>
              <p:cNvPr id="9823" name="Google Shape;9823;p33"/>
              <p:cNvSpPr/>
              <p:nvPr/>
            </p:nvSpPr>
            <p:spPr>
              <a:xfrm>
                <a:off x="7872998" y="813786"/>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4" name="Google Shape;9824;p33"/>
              <p:cNvSpPr/>
              <p:nvPr/>
            </p:nvSpPr>
            <p:spPr>
              <a:xfrm>
                <a:off x="7906331" y="847201"/>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5" name="Google Shape;9825;p33"/>
              <p:cNvSpPr/>
              <p:nvPr/>
            </p:nvSpPr>
            <p:spPr>
              <a:xfrm>
                <a:off x="7939635" y="880560"/>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6" name="Google Shape;9826;p33"/>
              <p:cNvSpPr/>
              <p:nvPr/>
            </p:nvSpPr>
            <p:spPr>
              <a:xfrm>
                <a:off x="7972968" y="913920"/>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7" name="Google Shape;9827;p33"/>
              <p:cNvSpPr/>
              <p:nvPr/>
            </p:nvSpPr>
            <p:spPr>
              <a:xfrm>
                <a:off x="8006273" y="947308"/>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8" name="Google Shape;9828;p33"/>
              <p:cNvSpPr/>
              <p:nvPr/>
            </p:nvSpPr>
            <p:spPr>
              <a:xfrm>
                <a:off x="8039605" y="980667"/>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9" name="Google Shape;9829;p33"/>
              <p:cNvSpPr/>
              <p:nvPr/>
            </p:nvSpPr>
            <p:spPr>
              <a:xfrm>
                <a:off x="8072937" y="1014055"/>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0" name="Google Shape;9830;p33"/>
              <p:cNvSpPr/>
              <p:nvPr/>
            </p:nvSpPr>
            <p:spPr>
              <a:xfrm>
                <a:off x="8106270" y="1047414"/>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1" name="Google Shape;9831;p33"/>
              <p:cNvSpPr/>
              <p:nvPr/>
            </p:nvSpPr>
            <p:spPr>
              <a:xfrm>
                <a:off x="8139602" y="1080774"/>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2" name="Google Shape;9832;p33"/>
              <p:cNvSpPr/>
              <p:nvPr/>
            </p:nvSpPr>
            <p:spPr>
              <a:xfrm>
                <a:off x="8172907" y="1114162"/>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3" name="Google Shape;9833;p33"/>
              <p:cNvSpPr/>
              <p:nvPr/>
            </p:nvSpPr>
            <p:spPr>
              <a:xfrm>
                <a:off x="7872998" y="1760291"/>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4" name="Google Shape;9834;p33"/>
              <p:cNvSpPr/>
              <p:nvPr/>
            </p:nvSpPr>
            <p:spPr>
              <a:xfrm>
                <a:off x="7906331" y="1793678"/>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5" name="Google Shape;9835;p33"/>
              <p:cNvSpPr/>
              <p:nvPr/>
            </p:nvSpPr>
            <p:spPr>
              <a:xfrm>
                <a:off x="7939635" y="1827038"/>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6" name="Google Shape;9836;p33"/>
              <p:cNvSpPr/>
              <p:nvPr/>
            </p:nvSpPr>
            <p:spPr>
              <a:xfrm>
                <a:off x="7972968" y="1860425"/>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7" name="Google Shape;9837;p33"/>
              <p:cNvSpPr/>
              <p:nvPr/>
            </p:nvSpPr>
            <p:spPr>
              <a:xfrm>
                <a:off x="8006273" y="1893785"/>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8" name="Google Shape;9838;p33"/>
              <p:cNvSpPr/>
              <p:nvPr/>
            </p:nvSpPr>
            <p:spPr>
              <a:xfrm>
                <a:off x="8039605" y="1927145"/>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9" name="Google Shape;9839;p33"/>
              <p:cNvSpPr/>
              <p:nvPr/>
            </p:nvSpPr>
            <p:spPr>
              <a:xfrm>
                <a:off x="8072937" y="1960532"/>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0" name="Google Shape;9840;p33"/>
              <p:cNvSpPr/>
              <p:nvPr/>
            </p:nvSpPr>
            <p:spPr>
              <a:xfrm>
                <a:off x="8106270" y="1993892"/>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1" name="Google Shape;9841;p33"/>
              <p:cNvSpPr/>
              <p:nvPr/>
            </p:nvSpPr>
            <p:spPr>
              <a:xfrm>
                <a:off x="8139574" y="2027252"/>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2" name="Google Shape;9842;p33"/>
              <p:cNvSpPr/>
              <p:nvPr/>
            </p:nvSpPr>
            <p:spPr>
              <a:xfrm>
                <a:off x="8172907" y="2060639"/>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3" name="Google Shape;9843;p33"/>
              <p:cNvSpPr/>
              <p:nvPr/>
            </p:nvSpPr>
            <p:spPr>
              <a:xfrm>
                <a:off x="7872998" y="2707051"/>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4" name="Google Shape;9844;p33"/>
              <p:cNvSpPr/>
              <p:nvPr/>
            </p:nvSpPr>
            <p:spPr>
              <a:xfrm>
                <a:off x="7906331" y="2740466"/>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5" name="Google Shape;9845;p33"/>
              <p:cNvSpPr/>
              <p:nvPr/>
            </p:nvSpPr>
            <p:spPr>
              <a:xfrm>
                <a:off x="7939635" y="2773825"/>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6" name="Google Shape;9846;p33"/>
              <p:cNvSpPr/>
              <p:nvPr/>
            </p:nvSpPr>
            <p:spPr>
              <a:xfrm>
                <a:off x="7972968" y="2807185"/>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7" name="Google Shape;9847;p33"/>
              <p:cNvSpPr/>
              <p:nvPr/>
            </p:nvSpPr>
            <p:spPr>
              <a:xfrm>
                <a:off x="8006273" y="2840573"/>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8" name="Google Shape;9848;p33"/>
              <p:cNvSpPr/>
              <p:nvPr/>
            </p:nvSpPr>
            <p:spPr>
              <a:xfrm>
                <a:off x="8039605" y="2873960"/>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9" name="Google Shape;9849;p33"/>
              <p:cNvSpPr/>
              <p:nvPr/>
            </p:nvSpPr>
            <p:spPr>
              <a:xfrm>
                <a:off x="8072937" y="2907292"/>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0" name="Google Shape;9850;p33"/>
              <p:cNvSpPr/>
              <p:nvPr/>
            </p:nvSpPr>
            <p:spPr>
              <a:xfrm>
                <a:off x="8106270" y="294067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1" name="Google Shape;9851;p33"/>
              <p:cNvSpPr/>
              <p:nvPr/>
            </p:nvSpPr>
            <p:spPr>
              <a:xfrm>
                <a:off x="8139602" y="2974067"/>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2" name="Google Shape;9852;p33"/>
              <p:cNvSpPr/>
              <p:nvPr/>
            </p:nvSpPr>
            <p:spPr>
              <a:xfrm>
                <a:off x="8172907" y="3007399"/>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3" name="Google Shape;9853;p33"/>
              <p:cNvSpPr/>
              <p:nvPr/>
            </p:nvSpPr>
            <p:spPr>
              <a:xfrm>
                <a:off x="7872998" y="3653529"/>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4" name="Google Shape;9854;p33"/>
              <p:cNvSpPr/>
              <p:nvPr/>
            </p:nvSpPr>
            <p:spPr>
              <a:xfrm>
                <a:off x="7906331" y="3686943"/>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5" name="Google Shape;9855;p33"/>
              <p:cNvSpPr/>
              <p:nvPr/>
            </p:nvSpPr>
            <p:spPr>
              <a:xfrm>
                <a:off x="7939635" y="3720303"/>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6" name="Google Shape;9856;p33"/>
              <p:cNvSpPr/>
              <p:nvPr/>
            </p:nvSpPr>
            <p:spPr>
              <a:xfrm>
                <a:off x="7972968" y="3753663"/>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7" name="Google Shape;9857;p33"/>
              <p:cNvSpPr/>
              <p:nvPr/>
            </p:nvSpPr>
            <p:spPr>
              <a:xfrm>
                <a:off x="8006273" y="3787050"/>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8" name="Google Shape;9858;p33"/>
              <p:cNvSpPr/>
              <p:nvPr/>
            </p:nvSpPr>
            <p:spPr>
              <a:xfrm>
                <a:off x="8039605" y="3820410"/>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9" name="Google Shape;9859;p33"/>
              <p:cNvSpPr/>
              <p:nvPr/>
            </p:nvSpPr>
            <p:spPr>
              <a:xfrm>
                <a:off x="8072937" y="3853797"/>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0" name="Google Shape;9860;p33"/>
              <p:cNvSpPr/>
              <p:nvPr/>
            </p:nvSpPr>
            <p:spPr>
              <a:xfrm>
                <a:off x="8106270" y="3887157"/>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1" name="Google Shape;9861;p33"/>
              <p:cNvSpPr/>
              <p:nvPr/>
            </p:nvSpPr>
            <p:spPr>
              <a:xfrm>
                <a:off x="8139602" y="3920517"/>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2" name="Google Shape;9862;p33"/>
              <p:cNvSpPr/>
              <p:nvPr/>
            </p:nvSpPr>
            <p:spPr>
              <a:xfrm>
                <a:off x="8172907" y="3953904"/>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63" name="Google Shape;9863;p33"/>
            <p:cNvGrpSpPr/>
            <p:nvPr/>
          </p:nvGrpSpPr>
          <p:grpSpPr>
            <a:xfrm>
              <a:off x="6918974" y="813770"/>
              <a:ext cx="668333" cy="3508103"/>
              <a:chOff x="7872998" y="813786"/>
              <a:chExt cx="668332" cy="3508103"/>
            </a:xfrm>
          </p:grpSpPr>
          <p:sp>
            <p:nvSpPr>
              <p:cNvPr id="9864" name="Google Shape;9864;p33"/>
              <p:cNvSpPr/>
              <p:nvPr/>
            </p:nvSpPr>
            <p:spPr>
              <a:xfrm>
                <a:off x="7872998" y="813786"/>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5" name="Google Shape;9865;p33"/>
              <p:cNvSpPr/>
              <p:nvPr/>
            </p:nvSpPr>
            <p:spPr>
              <a:xfrm>
                <a:off x="7906331" y="847201"/>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6" name="Google Shape;9866;p33"/>
              <p:cNvSpPr/>
              <p:nvPr/>
            </p:nvSpPr>
            <p:spPr>
              <a:xfrm>
                <a:off x="7939635" y="880560"/>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7" name="Google Shape;9867;p33"/>
              <p:cNvSpPr/>
              <p:nvPr/>
            </p:nvSpPr>
            <p:spPr>
              <a:xfrm>
                <a:off x="7972968" y="913920"/>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8" name="Google Shape;9868;p33"/>
              <p:cNvSpPr/>
              <p:nvPr/>
            </p:nvSpPr>
            <p:spPr>
              <a:xfrm>
                <a:off x="8006273" y="947308"/>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9" name="Google Shape;9869;p33"/>
              <p:cNvSpPr/>
              <p:nvPr/>
            </p:nvSpPr>
            <p:spPr>
              <a:xfrm>
                <a:off x="8039605" y="980667"/>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0" name="Google Shape;9870;p33"/>
              <p:cNvSpPr/>
              <p:nvPr/>
            </p:nvSpPr>
            <p:spPr>
              <a:xfrm>
                <a:off x="8072937" y="1014055"/>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1" name="Google Shape;9871;p33"/>
              <p:cNvSpPr/>
              <p:nvPr/>
            </p:nvSpPr>
            <p:spPr>
              <a:xfrm>
                <a:off x="8106270" y="1047414"/>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2" name="Google Shape;9872;p33"/>
              <p:cNvSpPr/>
              <p:nvPr/>
            </p:nvSpPr>
            <p:spPr>
              <a:xfrm>
                <a:off x="8139602" y="1080774"/>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3" name="Google Shape;9873;p33"/>
              <p:cNvSpPr/>
              <p:nvPr/>
            </p:nvSpPr>
            <p:spPr>
              <a:xfrm>
                <a:off x="8172907" y="1114162"/>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4" name="Google Shape;9874;p33"/>
              <p:cNvSpPr/>
              <p:nvPr/>
            </p:nvSpPr>
            <p:spPr>
              <a:xfrm>
                <a:off x="7872998" y="1760291"/>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5" name="Google Shape;9875;p33"/>
              <p:cNvSpPr/>
              <p:nvPr/>
            </p:nvSpPr>
            <p:spPr>
              <a:xfrm>
                <a:off x="7906331" y="1793678"/>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6" name="Google Shape;9876;p33"/>
              <p:cNvSpPr/>
              <p:nvPr/>
            </p:nvSpPr>
            <p:spPr>
              <a:xfrm>
                <a:off x="7939635" y="1827038"/>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7" name="Google Shape;9877;p33"/>
              <p:cNvSpPr/>
              <p:nvPr/>
            </p:nvSpPr>
            <p:spPr>
              <a:xfrm>
                <a:off x="7972968" y="1860425"/>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8" name="Google Shape;9878;p33"/>
              <p:cNvSpPr/>
              <p:nvPr/>
            </p:nvSpPr>
            <p:spPr>
              <a:xfrm>
                <a:off x="8006273" y="1893785"/>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9" name="Google Shape;9879;p33"/>
              <p:cNvSpPr/>
              <p:nvPr/>
            </p:nvSpPr>
            <p:spPr>
              <a:xfrm>
                <a:off x="8039605" y="1927145"/>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0" name="Google Shape;9880;p33"/>
              <p:cNvSpPr/>
              <p:nvPr/>
            </p:nvSpPr>
            <p:spPr>
              <a:xfrm>
                <a:off x="8072937" y="1960532"/>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1" name="Google Shape;9881;p33"/>
              <p:cNvSpPr/>
              <p:nvPr/>
            </p:nvSpPr>
            <p:spPr>
              <a:xfrm>
                <a:off x="8106270" y="1993892"/>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2" name="Google Shape;9882;p33"/>
              <p:cNvSpPr/>
              <p:nvPr/>
            </p:nvSpPr>
            <p:spPr>
              <a:xfrm>
                <a:off x="8139574" y="2027252"/>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3" name="Google Shape;9883;p33"/>
              <p:cNvSpPr/>
              <p:nvPr/>
            </p:nvSpPr>
            <p:spPr>
              <a:xfrm>
                <a:off x="8172907" y="2060639"/>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4" name="Google Shape;9884;p33"/>
              <p:cNvSpPr/>
              <p:nvPr/>
            </p:nvSpPr>
            <p:spPr>
              <a:xfrm>
                <a:off x="7872998" y="2707051"/>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5" name="Google Shape;9885;p33"/>
              <p:cNvSpPr/>
              <p:nvPr/>
            </p:nvSpPr>
            <p:spPr>
              <a:xfrm>
                <a:off x="7906331" y="2740466"/>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6" name="Google Shape;9886;p33"/>
              <p:cNvSpPr/>
              <p:nvPr/>
            </p:nvSpPr>
            <p:spPr>
              <a:xfrm>
                <a:off x="7939635" y="2773825"/>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7" name="Google Shape;9887;p33"/>
              <p:cNvSpPr/>
              <p:nvPr/>
            </p:nvSpPr>
            <p:spPr>
              <a:xfrm>
                <a:off x="7972968" y="2807185"/>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8" name="Google Shape;9888;p33"/>
              <p:cNvSpPr/>
              <p:nvPr/>
            </p:nvSpPr>
            <p:spPr>
              <a:xfrm>
                <a:off x="8006273" y="2840573"/>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9" name="Google Shape;9889;p33"/>
              <p:cNvSpPr/>
              <p:nvPr/>
            </p:nvSpPr>
            <p:spPr>
              <a:xfrm>
                <a:off x="8039605" y="2873960"/>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0" name="Google Shape;9890;p33"/>
              <p:cNvSpPr/>
              <p:nvPr/>
            </p:nvSpPr>
            <p:spPr>
              <a:xfrm>
                <a:off x="8072937" y="2907292"/>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1" name="Google Shape;9891;p33"/>
              <p:cNvSpPr/>
              <p:nvPr/>
            </p:nvSpPr>
            <p:spPr>
              <a:xfrm>
                <a:off x="8106270" y="294067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2" name="Google Shape;9892;p33"/>
              <p:cNvSpPr/>
              <p:nvPr/>
            </p:nvSpPr>
            <p:spPr>
              <a:xfrm>
                <a:off x="8139602" y="2974067"/>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3" name="Google Shape;9893;p33"/>
              <p:cNvSpPr/>
              <p:nvPr/>
            </p:nvSpPr>
            <p:spPr>
              <a:xfrm>
                <a:off x="8172907" y="3007399"/>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4" name="Google Shape;9894;p33"/>
              <p:cNvSpPr/>
              <p:nvPr/>
            </p:nvSpPr>
            <p:spPr>
              <a:xfrm>
                <a:off x="7872998" y="3653529"/>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5" name="Google Shape;9895;p33"/>
              <p:cNvSpPr/>
              <p:nvPr/>
            </p:nvSpPr>
            <p:spPr>
              <a:xfrm>
                <a:off x="7906331" y="3686943"/>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6" name="Google Shape;9896;p33"/>
              <p:cNvSpPr/>
              <p:nvPr/>
            </p:nvSpPr>
            <p:spPr>
              <a:xfrm>
                <a:off x="7939635" y="3720303"/>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7" name="Google Shape;9897;p33"/>
              <p:cNvSpPr/>
              <p:nvPr/>
            </p:nvSpPr>
            <p:spPr>
              <a:xfrm>
                <a:off x="7972968" y="3753663"/>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8" name="Google Shape;9898;p33"/>
              <p:cNvSpPr/>
              <p:nvPr/>
            </p:nvSpPr>
            <p:spPr>
              <a:xfrm>
                <a:off x="8006273" y="3787050"/>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9" name="Google Shape;9899;p33"/>
              <p:cNvSpPr/>
              <p:nvPr/>
            </p:nvSpPr>
            <p:spPr>
              <a:xfrm>
                <a:off x="8039605" y="3820410"/>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0" name="Google Shape;9900;p33"/>
              <p:cNvSpPr/>
              <p:nvPr/>
            </p:nvSpPr>
            <p:spPr>
              <a:xfrm>
                <a:off x="8072937" y="3853797"/>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1" name="Google Shape;9901;p33"/>
              <p:cNvSpPr/>
              <p:nvPr/>
            </p:nvSpPr>
            <p:spPr>
              <a:xfrm>
                <a:off x="8106270" y="3887157"/>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2" name="Google Shape;9902;p33"/>
              <p:cNvSpPr/>
              <p:nvPr/>
            </p:nvSpPr>
            <p:spPr>
              <a:xfrm>
                <a:off x="8139602" y="3920517"/>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3" name="Google Shape;9903;p33"/>
              <p:cNvSpPr/>
              <p:nvPr/>
            </p:nvSpPr>
            <p:spPr>
              <a:xfrm>
                <a:off x="8172907" y="3953904"/>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04" name="Google Shape;9904;p33"/>
            <p:cNvGrpSpPr/>
            <p:nvPr/>
          </p:nvGrpSpPr>
          <p:grpSpPr>
            <a:xfrm>
              <a:off x="7872998" y="813786"/>
              <a:ext cx="668332" cy="3508103"/>
              <a:chOff x="7872998" y="813786"/>
              <a:chExt cx="668332" cy="3508103"/>
            </a:xfrm>
          </p:grpSpPr>
          <p:sp>
            <p:nvSpPr>
              <p:cNvPr id="9905" name="Google Shape;9905;p33"/>
              <p:cNvSpPr/>
              <p:nvPr/>
            </p:nvSpPr>
            <p:spPr>
              <a:xfrm>
                <a:off x="7872998" y="813786"/>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6" name="Google Shape;9906;p33"/>
              <p:cNvSpPr/>
              <p:nvPr/>
            </p:nvSpPr>
            <p:spPr>
              <a:xfrm>
                <a:off x="7906331" y="847201"/>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7" name="Google Shape;9907;p33"/>
              <p:cNvSpPr/>
              <p:nvPr/>
            </p:nvSpPr>
            <p:spPr>
              <a:xfrm>
                <a:off x="7939635" y="880560"/>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8" name="Google Shape;9908;p33"/>
              <p:cNvSpPr/>
              <p:nvPr/>
            </p:nvSpPr>
            <p:spPr>
              <a:xfrm>
                <a:off x="7972968" y="913920"/>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9" name="Google Shape;9909;p33"/>
              <p:cNvSpPr/>
              <p:nvPr/>
            </p:nvSpPr>
            <p:spPr>
              <a:xfrm>
                <a:off x="8006273" y="947308"/>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0" name="Google Shape;9910;p33"/>
              <p:cNvSpPr/>
              <p:nvPr/>
            </p:nvSpPr>
            <p:spPr>
              <a:xfrm>
                <a:off x="8039605" y="980667"/>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1" name="Google Shape;9911;p33"/>
              <p:cNvSpPr/>
              <p:nvPr/>
            </p:nvSpPr>
            <p:spPr>
              <a:xfrm>
                <a:off x="8072937" y="1014055"/>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2" name="Google Shape;9912;p33"/>
              <p:cNvSpPr/>
              <p:nvPr/>
            </p:nvSpPr>
            <p:spPr>
              <a:xfrm>
                <a:off x="8106270" y="1047414"/>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3" name="Google Shape;9913;p33"/>
              <p:cNvSpPr/>
              <p:nvPr/>
            </p:nvSpPr>
            <p:spPr>
              <a:xfrm>
                <a:off x="8139602" y="1080774"/>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4" name="Google Shape;9914;p33"/>
              <p:cNvSpPr/>
              <p:nvPr/>
            </p:nvSpPr>
            <p:spPr>
              <a:xfrm>
                <a:off x="8172907" y="1114162"/>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5" name="Google Shape;9915;p33"/>
              <p:cNvSpPr/>
              <p:nvPr/>
            </p:nvSpPr>
            <p:spPr>
              <a:xfrm>
                <a:off x="7872998" y="1760291"/>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6" name="Google Shape;9916;p33"/>
              <p:cNvSpPr/>
              <p:nvPr/>
            </p:nvSpPr>
            <p:spPr>
              <a:xfrm>
                <a:off x="7906331" y="1793678"/>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7" name="Google Shape;9917;p33"/>
              <p:cNvSpPr/>
              <p:nvPr/>
            </p:nvSpPr>
            <p:spPr>
              <a:xfrm>
                <a:off x="7939635" y="1827038"/>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8" name="Google Shape;9918;p33"/>
              <p:cNvSpPr/>
              <p:nvPr/>
            </p:nvSpPr>
            <p:spPr>
              <a:xfrm>
                <a:off x="7972968" y="1860425"/>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9" name="Google Shape;9919;p33"/>
              <p:cNvSpPr/>
              <p:nvPr/>
            </p:nvSpPr>
            <p:spPr>
              <a:xfrm>
                <a:off x="8006273" y="1893785"/>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0" name="Google Shape;9920;p33"/>
              <p:cNvSpPr/>
              <p:nvPr/>
            </p:nvSpPr>
            <p:spPr>
              <a:xfrm>
                <a:off x="8039605" y="1927145"/>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1" name="Google Shape;9921;p33"/>
              <p:cNvSpPr/>
              <p:nvPr/>
            </p:nvSpPr>
            <p:spPr>
              <a:xfrm>
                <a:off x="8072937" y="1960532"/>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2" name="Google Shape;9922;p33"/>
              <p:cNvSpPr/>
              <p:nvPr/>
            </p:nvSpPr>
            <p:spPr>
              <a:xfrm>
                <a:off x="8106270" y="1993892"/>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3" name="Google Shape;9923;p33"/>
              <p:cNvSpPr/>
              <p:nvPr/>
            </p:nvSpPr>
            <p:spPr>
              <a:xfrm>
                <a:off x="8139574" y="2027252"/>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4" name="Google Shape;9924;p33"/>
              <p:cNvSpPr/>
              <p:nvPr/>
            </p:nvSpPr>
            <p:spPr>
              <a:xfrm>
                <a:off x="8172907" y="2060639"/>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5" name="Google Shape;9925;p33"/>
              <p:cNvSpPr/>
              <p:nvPr/>
            </p:nvSpPr>
            <p:spPr>
              <a:xfrm>
                <a:off x="7872998" y="2707051"/>
                <a:ext cx="668332" cy="668333"/>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6" name="Google Shape;9926;p33"/>
              <p:cNvSpPr/>
              <p:nvPr/>
            </p:nvSpPr>
            <p:spPr>
              <a:xfrm>
                <a:off x="7906331" y="2740466"/>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7" name="Google Shape;9927;p33"/>
              <p:cNvSpPr/>
              <p:nvPr/>
            </p:nvSpPr>
            <p:spPr>
              <a:xfrm>
                <a:off x="7939635" y="2773825"/>
                <a:ext cx="535040" cy="534848"/>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8" name="Google Shape;9928;p33"/>
              <p:cNvSpPr/>
              <p:nvPr/>
            </p:nvSpPr>
            <p:spPr>
              <a:xfrm>
                <a:off x="7972968" y="2807185"/>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9" name="Google Shape;9929;p33"/>
              <p:cNvSpPr/>
              <p:nvPr/>
            </p:nvSpPr>
            <p:spPr>
              <a:xfrm>
                <a:off x="8006273" y="2840573"/>
                <a:ext cx="401802"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0" name="Google Shape;9930;p33"/>
              <p:cNvSpPr/>
              <p:nvPr/>
            </p:nvSpPr>
            <p:spPr>
              <a:xfrm>
                <a:off x="8039605" y="2873960"/>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1" name="Google Shape;9931;p33"/>
              <p:cNvSpPr/>
              <p:nvPr/>
            </p:nvSpPr>
            <p:spPr>
              <a:xfrm>
                <a:off x="8072937" y="2907292"/>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2" name="Google Shape;9932;p33"/>
              <p:cNvSpPr/>
              <p:nvPr/>
            </p:nvSpPr>
            <p:spPr>
              <a:xfrm>
                <a:off x="8106270" y="2940679"/>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3" name="Google Shape;9933;p33"/>
              <p:cNvSpPr/>
              <p:nvPr/>
            </p:nvSpPr>
            <p:spPr>
              <a:xfrm>
                <a:off x="8139602" y="2974067"/>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4" name="Google Shape;9934;p33"/>
              <p:cNvSpPr/>
              <p:nvPr/>
            </p:nvSpPr>
            <p:spPr>
              <a:xfrm>
                <a:off x="8172907" y="3007399"/>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5" name="Google Shape;9935;p33"/>
              <p:cNvSpPr/>
              <p:nvPr/>
            </p:nvSpPr>
            <p:spPr>
              <a:xfrm>
                <a:off x="7872998" y="3653529"/>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6" name="Google Shape;9936;p33"/>
              <p:cNvSpPr/>
              <p:nvPr/>
            </p:nvSpPr>
            <p:spPr>
              <a:xfrm>
                <a:off x="7906331" y="3686943"/>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7" name="Google Shape;9937;p33"/>
              <p:cNvSpPr/>
              <p:nvPr/>
            </p:nvSpPr>
            <p:spPr>
              <a:xfrm>
                <a:off x="7939635" y="3720303"/>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8" name="Google Shape;9938;p33"/>
              <p:cNvSpPr/>
              <p:nvPr/>
            </p:nvSpPr>
            <p:spPr>
              <a:xfrm>
                <a:off x="7972968" y="3753663"/>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9" name="Google Shape;9939;p33"/>
              <p:cNvSpPr/>
              <p:nvPr/>
            </p:nvSpPr>
            <p:spPr>
              <a:xfrm>
                <a:off x="8006273" y="3787050"/>
                <a:ext cx="401802"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0" name="Google Shape;9940;p33"/>
              <p:cNvSpPr/>
              <p:nvPr/>
            </p:nvSpPr>
            <p:spPr>
              <a:xfrm>
                <a:off x="8039605" y="3820410"/>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1" name="Google Shape;9941;p33"/>
              <p:cNvSpPr/>
              <p:nvPr/>
            </p:nvSpPr>
            <p:spPr>
              <a:xfrm>
                <a:off x="8072937" y="3853797"/>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2" name="Google Shape;9942;p33"/>
              <p:cNvSpPr/>
              <p:nvPr/>
            </p:nvSpPr>
            <p:spPr>
              <a:xfrm>
                <a:off x="8106270" y="3887157"/>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3" name="Google Shape;9943;p33"/>
              <p:cNvSpPr/>
              <p:nvPr/>
            </p:nvSpPr>
            <p:spPr>
              <a:xfrm>
                <a:off x="8139602" y="3920517"/>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4" name="Google Shape;9944;p33"/>
              <p:cNvSpPr/>
              <p:nvPr/>
            </p:nvSpPr>
            <p:spPr>
              <a:xfrm>
                <a:off x="8172907" y="3953904"/>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45" name="Google Shape;9945;p33"/>
            <p:cNvSpPr/>
            <p:nvPr/>
          </p:nvSpPr>
          <p:spPr>
            <a:xfrm>
              <a:off x="8821045" y="813786"/>
              <a:ext cx="668305" cy="668360"/>
            </a:xfrm>
            <a:custGeom>
              <a:avLst/>
              <a:gdLst/>
              <a:ahLst/>
              <a:cxnLst/>
              <a:rect l="l" t="t" r="r" b="b"/>
              <a:pathLst>
                <a:path w="24302" h="24304" fill="none" extrusionOk="0">
                  <a:moveTo>
                    <a:pt x="7117" y="24304"/>
                  </a:moveTo>
                  <a:lnTo>
                    <a:pt x="0" y="17185"/>
                  </a:lnTo>
                  <a:lnTo>
                    <a:pt x="0" y="7118"/>
                  </a:lnTo>
                  <a:lnTo>
                    <a:pt x="7117" y="1"/>
                  </a:lnTo>
                  <a:lnTo>
                    <a:pt x="17184" y="1"/>
                  </a:lnTo>
                  <a:lnTo>
                    <a:pt x="24302" y="7118"/>
                  </a:lnTo>
                  <a:lnTo>
                    <a:pt x="24302" y="17185"/>
                  </a:lnTo>
                  <a:lnTo>
                    <a:pt x="17184"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6" name="Google Shape;9946;p33"/>
            <p:cNvSpPr/>
            <p:nvPr/>
          </p:nvSpPr>
          <p:spPr>
            <a:xfrm>
              <a:off x="8854350" y="847201"/>
              <a:ext cx="601673" cy="601563"/>
            </a:xfrm>
            <a:custGeom>
              <a:avLst/>
              <a:gdLst/>
              <a:ahLst/>
              <a:cxnLst/>
              <a:rect l="l" t="t" r="r" b="b"/>
              <a:pathLst>
                <a:path w="21879"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7" name="Google Shape;9947;p33"/>
            <p:cNvSpPr/>
            <p:nvPr/>
          </p:nvSpPr>
          <p:spPr>
            <a:xfrm>
              <a:off x="8887682" y="880560"/>
              <a:ext cx="535040" cy="534820"/>
            </a:xfrm>
            <a:custGeom>
              <a:avLst/>
              <a:gdLst/>
              <a:ahLst/>
              <a:cxnLst/>
              <a:rect l="l" t="t" r="r" b="b"/>
              <a:pathLst>
                <a:path w="19456" h="19448" fill="none" extrusionOk="0">
                  <a:moveTo>
                    <a:pt x="5699" y="19448"/>
                  </a:moveTo>
                  <a:lnTo>
                    <a:pt x="0" y="13752"/>
                  </a:lnTo>
                  <a:lnTo>
                    <a:pt x="0" y="5696"/>
                  </a:lnTo>
                  <a:lnTo>
                    <a:pt x="5699" y="0"/>
                  </a:lnTo>
                  <a:lnTo>
                    <a:pt x="13758" y="0"/>
                  </a:lnTo>
                  <a:lnTo>
                    <a:pt x="19456" y="5696"/>
                  </a:lnTo>
                  <a:lnTo>
                    <a:pt x="19456" y="13752"/>
                  </a:lnTo>
                  <a:lnTo>
                    <a:pt x="13758"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8" name="Google Shape;9948;p33"/>
            <p:cNvSpPr/>
            <p:nvPr/>
          </p:nvSpPr>
          <p:spPr>
            <a:xfrm>
              <a:off x="8921015" y="913920"/>
              <a:ext cx="468380" cy="468133"/>
            </a:xfrm>
            <a:custGeom>
              <a:avLst/>
              <a:gdLst/>
              <a:ahLst/>
              <a:cxnLst/>
              <a:rect l="l" t="t" r="r" b="b"/>
              <a:pathLst>
                <a:path w="17032"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9" name="Google Shape;9949;p33"/>
            <p:cNvSpPr/>
            <p:nvPr/>
          </p:nvSpPr>
          <p:spPr>
            <a:xfrm>
              <a:off x="8954319" y="947308"/>
              <a:ext cx="401748" cy="401363"/>
            </a:xfrm>
            <a:custGeom>
              <a:avLst/>
              <a:gdLst/>
              <a:ahLst/>
              <a:cxnLst/>
              <a:rect l="l" t="t" r="r" b="b"/>
              <a:pathLst>
                <a:path w="14609" h="14595" fill="none" extrusionOk="0">
                  <a:moveTo>
                    <a:pt x="4280" y="14594"/>
                  </a:moveTo>
                  <a:lnTo>
                    <a:pt x="0" y="10319"/>
                  </a:lnTo>
                  <a:lnTo>
                    <a:pt x="0" y="4275"/>
                  </a:lnTo>
                  <a:lnTo>
                    <a:pt x="4280" y="0"/>
                  </a:lnTo>
                  <a:lnTo>
                    <a:pt x="10330" y="0"/>
                  </a:lnTo>
                  <a:lnTo>
                    <a:pt x="14609" y="4275"/>
                  </a:lnTo>
                  <a:lnTo>
                    <a:pt x="14609" y="10319"/>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0" name="Google Shape;9950;p33"/>
            <p:cNvSpPr/>
            <p:nvPr/>
          </p:nvSpPr>
          <p:spPr>
            <a:xfrm>
              <a:off x="8987679" y="980667"/>
              <a:ext cx="335060" cy="334620"/>
            </a:xfrm>
            <a:custGeom>
              <a:avLst/>
              <a:gdLst/>
              <a:ahLst/>
              <a:cxnLst/>
              <a:rect l="l" t="t" r="r" b="b"/>
              <a:pathLst>
                <a:path w="12184" h="12168" fill="none" extrusionOk="0">
                  <a:moveTo>
                    <a:pt x="3568" y="12167"/>
                  </a:moveTo>
                  <a:lnTo>
                    <a:pt x="0" y="8604"/>
                  </a:lnTo>
                  <a:lnTo>
                    <a:pt x="0" y="3565"/>
                  </a:lnTo>
                  <a:lnTo>
                    <a:pt x="3568" y="0"/>
                  </a:lnTo>
                  <a:lnTo>
                    <a:pt x="8616" y="0"/>
                  </a:lnTo>
                  <a:lnTo>
                    <a:pt x="12184" y="3565"/>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1" name="Google Shape;9951;p33"/>
            <p:cNvSpPr/>
            <p:nvPr/>
          </p:nvSpPr>
          <p:spPr>
            <a:xfrm>
              <a:off x="9020984" y="1014055"/>
              <a:ext cx="268455" cy="267905"/>
            </a:xfrm>
            <a:custGeom>
              <a:avLst/>
              <a:gdLst/>
              <a:ahLst/>
              <a:cxnLst/>
              <a:rect l="l" t="t" r="r" b="b"/>
              <a:pathLst>
                <a:path w="9762" h="9742" fill="none" extrusionOk="0">
                  <a:moveTo>
                    <a:pt x="2860" y="9741"/>
                  </a:moveTo>
                  <a:lnTo>
                    <a:pt x="0" y="6888"/>
                  </a:lnTo>
                  <a:lnTo>
                    <a:pt x="0" y="2853"/>
                  </a:lnTo>
                  <a:lnTo>
                    <a:pt x="2860"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2" name="Google Shape;9952;p33"/>
            <p:cNvSpPr/>
            <p:nvPr/>
          </p:nvSpPr>
          <p:spPr>
            <a:xfrm>
              <a:off x="9054317" y="1047414"/>
              <a:ext cx="201795" cy="201163"/>
            </a:xfrm>
            <a:custGeom>
              <a:avLst/>
              <a:gdLst/>
              <a:ahLst/>
              <a:cxnLst/>
              <a:rect l="l" t="t" r="r" b="b"/>
              <a:pathLst>
                <a:path w="7338" h="7315" fill="none" extrusionOk="0">
                  <a:moveTo>
                    <a:pt x="2149" y="7314"/>
                  </a:moveTo>
                  <a:lnTo>
                    <a:pt x="0" y="5172"/>
                  </a:lnTo>
                  <a:lnTo>
                    <a:pt x="0" y="2142"/>
                  </a:lnTo>
                  <a:lnTo>
                    <a:pt x="2149"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3" name="Google Shape;9953;p33"/>
            <p:cNvSpPr/>
            <p:nvPr/>
          </p:nvSpPr>
          <p:spPr>
            <a:xfrm>
              <a:off x="9087649" y="1080774"/>
              <a:ext cx="135135" cy="134420"/>
            </a:xfrm>
            <a:custGeom>
              <a:avLst/>
              <a:gdLst/>
              <a:ahLst/>
              <a:cxnLst/>
              <a:rect l="l" t="t" r="r" b="b"/>
              <a:pathLst>
                <a:path w="4914" h="4888" fill="none" extrusionOk="0">
                  <a:moveTo>
                    <a:pt x="1439" y="4887"/>
                  </a:moveTo>
                  <a:lnTo>
                    <a:pt x="0" y="3457"/>
                  </a:lnTo>
                  <a:lnTo>
                    <a:pt x="0"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4" name="Google Shape;9954;p33"/>
            <p:cNvSpPr/>
            <p:nvPr/>
          </p:nvSpPr>
          <p:spPr>
            <a:xfrm>
              <a:off x="9120954" y="1114162"/>
              <a:ext cx="68530" cy="67705"/>
            </a:xfrm>
            <a:custGeom>
              <a:avLst/>
              <a:gdLst/>
              <a:ahLst/>
              <a:cxnLst/>
              <a:rect l="l" t="t" r="r" b="b"/>
              <a:pathLst>
                <a:path w="2492" h="2462" fill="none" extrusionOk="0">
                  <a:moveTo>
                    <a:pt x="731" y="2461"/>
                  </a:moveTo>
                  <a:lnTo>
                    <a:pt x="0" y="1739"/>
                  </a:lnTo>
                  <a:lnTo>
                    <a:pt x="0" y="721"/>
                  </a:lnTo>
                  <a:lnTo>
                    <a:pt x="731" y="1"/>
                  </a:lnTo>
                  <a:lnTo>
                    <a:pt x="1763" y="1"/>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5" name="Google Shape;9955;p33"/>
            <p:cNvSpPr/>
            <p:nvPr/>
          </p:nvSpPr>
          <p:spPr>
            <a:xfrm>
              <a:off x="8347792" y="1287066"/>
              <a:ext cx="668332" cy="668332"/>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6" name="Google Shape;9956;p33"/>
            <p:cNvSpPr/>
            <p:nvPr/>
          </p:nvSpPr>
          <p:spPr>
            <a:xfrm>
              <a:off x="8381097" y="1320398"/>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7" name="Google Shape;9957;p33"/>
            <p:cNvSpPr/>
            <p:nvPr/>
          </p:nvSpPr>
          <p:spPr>
            <a:xfrm>
              <a:off x="8414456" y="1353786"/>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8" name="Google Shape;9958;p33"/>
            <p:cNvSpPr/>
            <p:nvPr/>
          </p:nvSpPr>
          <p:spPr>
            <a:xfrm>
              <a:off x="8447761" y="1387173"/>
              <a:ext cx="468407" cy="468132"/>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9" name="Google Shape;9959;p33"/>
            <p:cNvSpPr/>
            <p:nvPr/>
          </p:nvSpPr>
          <p:spPr>
            <a:xfrm>
              <a:off x="8481066" y="1420505"/>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0" name="Google Shape;9960;p33"/>
            <p:cNvSpPr/>
            <p:nvPr/>
          </p:nvSpPr>
          <p:spPr>
            <a:xfrm>
              <a:off x="8514426" y="1453892"/>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1" name="Google Shape;9961;p33"/>
            <p:cNvSpPr/>
            <p:nvPr/>
          </p:nvSpPr>
          <p:spPr>
            <a:xfrm>
              <a:off x="8547731" y="1487307"/>
              <a:ext cx="268482" cy="267877"/>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2" name="Google Shape;9962;p33"/>
            <p:cNvSpPr/>
            <p:nvPr/>
          </p:nvSpPr>
          <p:spPr>
            <a:xfrm>
              <a:off x="8581036" y="1520695"/>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3" name="Google Shape;9963;p33"/>
            <p:cNvSpPr/>
            <p:nvPr/>
          </p:nvSpPr>
          <p:spPr>
            <a:xfrm>
              <a:off x="8614395" y="1554027"/>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4" name="Google Shape;9964;p33"/>
            <p:cNvSpPr/>
            <p:nvPr/>
          </p:nvSpPr>
          <p:spPr>
            <a:xfrm>
              <a:off x="8647700" y="1587414"/>
              <a:ext cx="68557" cy="67677"/>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5" name="Google Shape;9965;p33"/>
            <p:cNvSpPr/>
            <p:nvPr/>
          </p:nvSpPr>
          <p:spPr>
            <a:xfrm>
              <a:off x="8821045" y="1760291"/>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6" name="Google Shape;9966;p33"/>
            <p:cNvSpPr/>
            <p:nvPr/>
          </p:nvSpPr>
          <p:spPr>
            <a:xfrm>
              <a:off x="8854350" y="1793678"/>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7" name="Google Shape;9967;p33"/>
            <p:cNvSpPr/>
            <p:nvPr/>
          </p:nvSpPr>
          <p:spPr>
            <a:xfrm>
              <a:off x="8887682" y="1827038"/>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8" name="Google Shape;9968;p33"/>
            <p:cNvSpPr/>
            <p:nvPr/>
          </p:nvSpPr>
          <p:spPr>
            <a:xfrm>
              <a:off x="8921015" y="1860425"/>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9" name="Google Shape;9969;p33"/>
            <p:cNvSpPr/>
            <p:nvPr/>
          </p:nvSpPr>
          <p:spPr>
            <a:xfrm>
              <a:off x="8954319" y="1893785"/>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0" name="Google Shape;9970;p33"/>
            <p:cNvSpPr/>
            <p:nvPr/>
          </p:nvSpPr>
          <p:spPr>
            <a:xfrm>
              <a:off x="8987679" y="1927145"/>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1" name="Google Shape;9971;p33"/>
            <p:cNvSpPr/>
            <p:nvPr/>
          </p:nvSpPr>
          <p:spPr>
            <a:xfrm>
              <a:off x="9020984" y="1960532"/>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2" name="Google Shape;9972;p33"/>
            <p:cNvSpPr/>
            <p:nvPr/>
          </p:nvSpPr>
          <p:spPr>
            <a:xfrm>
              <a:off x="9054289" y="1993892"/>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3" name="Google Shape;9973;p33"/>
            <p:cNvSpPr/>
            <p:nvPr/>
          </p:nvSpPr>
          <p:spPr>
            <a:xfrm>
              <a:off x="9087649" y="2027252"/>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4" name="Google Shape;9974;p33"/>
            <p:cNvSpPr/>
            <p:nvPr/>
          </p:nvSpPr>
          <p:spPr>
            <a:xfrm>
              <a:off x="9120954" y="2060639"/>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5" name="Google Shape;9975;p33"/>
            <p:cNvSpPr/>
            <p:nvPr/>
          </p:nvSpPr>
          <p:spPr>
            <a:xfrm>
              <a:off x="8347792" y="2233516"/>
              <a:ext cx="668332"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6" name="Google Shape;9976;p33"/>
            <p:cNvSpPr/>
            <p:nvPr/>
          </p:nvSpPr>
          <p:spPr>
            <a:xfrm>
              <a:off x="8381097" y="2266903"/>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7" name="Google Shape;9977;p33"/>
            <p:cNvSpPr/>
            <p:nvPr/>
          </p:nvSpPr>
          <p:spPr>
            <a:xfrm>
              <a:off x="8414429" y="2300263"/>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8" name="Google Shape;9978;p33"/>
            <p:cNvSpPr/>
            <p:nvPr/>
          </p:nvSpPr>
          <p:spPr>
            <a:xfrm>
              <a:off x="8447761" y="2333623"/>
              <a:ext cx="468407"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9" name="Google Shape;9979;p33"/>
            <p:cNvSpPr/>
            <p:nvPr/>
          </p:nvSpPr>
          <p:spPr>
            <a:xfrm>
              <a:off x="8481066" y="2367010"/>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0" name="Google Shape;9980;p33"/>
            <p:cNvSpPr/>
            <p:nvPr/>
          </p:nvSpPr>
          <p:spPr>
            <a:xfrm>
              <a:off x="8514426" y="2400343"/>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1" name="Google Shape;9981;p33"/>
            <p:cNvSpPr/>
            <p:nvPr/>
          </p:nvSpPr>
          <p:spPr>
            <a:xfrm>
              <a:off x="8547731" y="2433730"/>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2" name="Google Shape;9982;p33"/>
            <p:cNvSpPr/>
            <p:nvPr/>
          </p:nvSpPr>
          <p:spPr>
            <a:xfrm>
              <a:off x="8581036" y="2467145"/>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3" name="Google Shape;9983;p33"/>
            <p:cNvSpPr/>
            <p:nvPr/>
          </p:nvSpPr>
          <p:spPr>
            <a:xfrm>
              <a:off x="8614395" y="2500505"/>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4" name="Google Shape;9984;p33"/>
            <p:cNvSpPr/>
            <p:nvPr/>
          </p:nvSpPr>
          <p:spPr>
            <a:xfrm>
              <a:off x="8647700" y="2533864"/>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5" name="Google Shape;9985;p33"/>
            <p:cNvSpPr/>
            <p:nvPr/>
          </p:nvSpPr>
          <p:spPr>
            <a:xfrm>
              <a:off x="8821045" y="2707051"/>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6" name="Google Shape;9986;p33"/>
            <p:cNvSpPr/>
            <p:nvPr/>
          </p:nvSpPr>
          <p:spPr>
            <a:xfrm>
              <a:off x="8854350" y="2740466"/>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7" name="Google Shape;9987;p33"/>
            <p:cNvSpPr/>
            <p:nvPr/>
          </p:nvSpPr>
          <p:spPr>
            <a:xfrm>
              <a:off x="8887682" y="2773825"/>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8" name="Google Shape;9988;p33"/>
            <p:cNvSpPr/>
            <p:nvPr/>
          </p:nvSpPr>
          <p:spPr>
            <a:xfrm>
              <a:off x="8921015" y="2807185"/>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9" name="Google Shape;9989;p33"/>
            <p:cNvSpPr/>
            <p:nvPr/>
          </p:nvSpPr>
          <p:spPr>
            <a:xfrm>
              <a:off x="8954319" y="2840573"/>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0" name="Google Shape;9990;p33"/>
            <p:cNvSpPr/>
            <p:nvPr/>
          </p:nvSpPr>
          <p:spPr>
            <a:xfrm>
              <a:off x="8987679" y="2873960"/>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1" name="Google Shape;9991;p33"/>
            <p:cNvSpPr/>
            <p:nvPr/>
          </p:nvSpPr>
          <p:spPr>
            <a:xfrm>
              <a:off x="9020984" y="2907292"/>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2" name="Google Shape;9992;p33"/>
            <p:cNvSpPr/>
            <p:nvPr/>
          </p:nvSpPr>
          <p:spPr>
            <a:xfrm>
              <a:off x="9054317" y="2940679"/>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3" name="Google Shape;9993;p33"/>
            <p:cNvSpPr/>
            <p:nvPr/>
          </p:nvSpPr>
          <p:spPr>
            <a:xfrm>
              <a:off x="9087649" y="2974067"/>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4" name="Google Shape;9994;p33"/>
            <p:cNvSpPr/>
            <p:nvPr/>
          </p:nvSpPr>
          <p:spPr>
            <a:xfrm>
              <a:off x="9120954" y="3007399"/>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5" name="Google Shape;9995;p33"/>
            <p:cNvSpPr/>
            <p:nvPr/>
          </p:nvSpPr>
          <p:spPr>
            <a:xfrm>
              <a:off x="8347792" y="3180303"/>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6" name="Google Shape;9996;p33"/>
            <p:cNvSpPr/>
            <p:nvPr/>
          </p:nvSpPr>
          <p:spPr>
            <a:xfrm>
              <a:off x="8381097" y="3213691"/>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7" name="Google Shape;9997;p33"/>
            <p:cNvSpPr/>
            <p:nvPr/>
          </p:nvSpPr>
          <p:spPr>
            <a:xfrm>
              <a:off x="8414456" y="3247078"/>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8" name="Google Shape;9998;p33"/>
            <p:cNvSpPr/>
            <p:nvPr/>
          </p:nvSpPr>
          <p:spPr>
            <a:xfrm>
              <a:off x="8447761" y="3280410"/>
              <a:ext cx="468407" cy="468132"/>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9" name="Google Shape;9999;p33"/>
            <p:cNvSpPr/>
            <p:nvPr/>
          </p:nvSpPr>
          <p:spPr>
            <a:xfrm>
              <a:off x="8481066" y="3313798"/>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0" name="Google Shape;10000;p33"/>
            <p:cNvSpPr/>
            <p:nvPr/>
          </p:nvSpPr>
          <p:spPr>
            <a:xfrm>
              <a:off x="8514426" y="3347185"/>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1" name="Google Shape;10001;p33"/>
            <p:cNvSpPr/>
            <p:nvPr/>
          </p:nvSpPr>
          <p:spPr>
            <a:xfrm>
              <a:off x="8547731" y="3380517"/>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2" name="Google Shape;10002;p33"/>
            <p:cNvSpPr/>
            <p:nvPr/>
          </p:nvSpPr>
          <p:spPr>
            <a:xfrm>
              <a:off x="8581036" y="3413932"/>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3" name="Google Shape;10003;p33"/>
            <p:cNvSpPr/>
            <p:nvPr/>
          </p:nvSpPr>
          <p:spPr>
            <a:xfrm>
              <a:off x="8614395" y="3447319"/>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4" name="Google Shape;10004;p33"/>
            <p:cNvSpPr/>
            <p:nvPr/>
          </p:nvSpPr>
          <p:spPr>
            <a:xfrm>
              <a:off x="8647700" y="3480679"/>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5" name="Google Shape;10005;p33"/>
            <p:cNvSpPr/>
            <p:nvPr/>
          </p:nvSpPr>
          <p:spPr>
            <a:xfrm>
              <a:off x="8821045" y="3653529"/>
              <a:ext cx="668305" cy="668360"/>
            </a:xfrm>
            <a:custGeom>
              <a:avLst/>
              <a:gdLst/>
              <a:ahLst/>
              <a:cxnLst/>
              <a:rect l="l" t="t" r="r" b="b"/>
              <a:pathLst>
                <a:path w="24302" h="24304" fill="none" extrusionOk="0">
                  <a:moveTo>
                    <a:pt x="7117" y="24304"/>
                  </a:moveTo>
                  <a:lnTo>
                    <a:pt x="0" y="17185"/>
                  </a:lnTo>
                  <a:lnTo>
                    <a:pt x="0" y="7118"/>
                  </a:lnTo>
                  <a:lnTo>
                    <a:pt x="7117" y="1"/>
                  </a:lnTo>
                  <a:lnTo>
                    <a:pt x="17184" y="1"/>
                  </a:lnTo>
                  <a:lnTo>
                    <a:pt x="24302" y="7118"/>
                  </a:lnTo>
                  <a:lnTo>
                    <a:pt x="24302" y="17185"/>
                  </a:lnTo>
                  <a:lnTo>
                    <a:pt x="17184"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6" name="Google Shape;10006;p33"/>
            <p:cNvSpPr/>
            <p:nvPr/>
          </p:nvSpPr>
          <p:spPr>
            <a:xfrm>
              <a:off x="8854350" y="3686943"/>
              <a:ext cx="601673" cy="601563"/>
            </a:xfrm>
            <a:custGeom>
              <a:avLst/>
              <a:gdLst/>
              <a:ahLst/>
              <a:cxnLst/>
              <a:rect l="l" t="t" r="r" b="b"/>
              <a:pathLst>
                <a:path w="21879"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7" name="Google Shape;10007;p33"/>
            <p:cNvSpPr/>
            <p:nvPr/>
          </p:nvSpPr>
          <p:spPr>
            <a:xfrm>
              <a:off x="8887682" y="3720303"/>
              <a:ext cx="535040" cy="534820"/>
            </a:xfrm>
            <a:custGeom>
              <a:avLst/>
              <a:gdLst/>
              <a:ahLst/>
              <a:cxnLst/>
              <a:rect l="l" t="t" r="r" b="b"/>
              <a:pathLst>
                <a:path w="19456" h="19448" fill="none" extrusionOk="0">
                  <a:moveTo>
                    <a:pt x="5699" y="19448"/>
                  </a:moveTo>
                  <a:lnTo>
                    <a:pt x="0" y="13752"/>
                  </a:lnTo>
                  <a:lnTo>
                    <a:pt x="0" y="5696"/>
                  </a:lnTo>
                  <a:lnTo>
                    <a:pt x="5699" y="0"/>
                  </a:lnTo>
                  <a:lnTo>
                    <a:pt x="13758" y="0"/>
                  </a:lnTo>
                  <a:lnTo>
                    <a:pt x="19456" y="5696"/>
                  </a:lnTo>
                  <a:lnTo>
                    <a:pt x="19456" y="13752"/>
                  </a:lnTo>
                  <a:lnTo>
                    <a:pt x="13758"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8" name="Google Shape;10008;p33"/>
            <p:cNvSpPr/>
            <p:nvPr/>
          </p:nvSpPr>
          <p:spPr>
            <a:xfrm>
              <a:off x="8921015" y="3753663"/>
              <a:ext cx="468380" cy="468133"/>
            </a:xfrm>
            <a:custGeom>
              <a:avLst/>
              <a:gdLst/>
              <a:ahLst/>
              <a:cxnLst/>
              <a:rect l="l" t="t" r="r" b="b"/>
              <a:pathLst>
                <a:path w="17032"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9" name="Google Shape;10009;p33"/>
            <p:cNvSpPr/>
            <p:nvPr/>
          </p:nvSpPr>
          <p:spPr>
            <a:xfrm>
              <a:off x="8954319" y="3787050"/>
              <a:ext cx="401748" cy="401363"/>
            </a:xfrm>
            <a:custGeom>
              <a:avLst/>
              <a:gdLst/>
              <a:ahLst/>
              <a:cxnLst/>
              <a:rect l="l" t="t" r="r" b="b"/>
              <a:pathLst>
                <a:path w="14609" h="14595" fill="none" extrusionOk="0">
                  <a:moveTo>
                    <a:pt x="4280" y="14594"/>
                  </a:moveTo>
                  <a:lnTo>
                    <a:pt x="0" y="10319"/>
                  </a:lnTo>
                  <a:lnTo>
                    <a:pt x="0" y="4275"/>
                  </a:lnTo>
                  <a:lnTo>
                    <a:pt x="4280" y="0"/>
                  </a:lnTo>
                  <a:lnTo>
                    <a:pt x="10330" y="0"/>
                  </a:lnTo>
                  <a:lnTo>
                    <a:pt x="14609" y="4275"/>
                  </a:lnTo>
                  <a:lnTo>
                    <a:pt x="14609" y="10319"/>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0" name="Google Shape;10010;p33"/>
            <p:cNvSpPr/>
            <p:nvPr/>
          </p:nvSpPr>
          <p:spPr>
            <a:xfrm>
              <a:off x="8987679" y="3820410"/>
              <a:ext cx="335060" cy="334620"/>
            </a:xfrm>
            <a:custGeom>
              <a:avLst/>
              <a:gdLst/>
              <a:ahLst/>
              <a:cxnLst/>
              <a:rect l="l" t="t" r="r" b="b"/>
              <a:pathLst>
                <a:path w="12184" h="12168" fill="none" extrusionOk="0">
                  <a:moveTo>
                    <a:pt x="3568" y="12167"/>
                  </a:moveTo>
                  <a:lnTo>
                    <a:pt x="0" y="8604"/>
                  </a:lnTo>
                  <a:lnTo>
                    <a:pt x="0" y="3565"/>
                  </a:lnTo>
                  <a:lnTo>
                    <a:pt x="3568" y="0"/>
                  </a:lnTo>
                  <a:lnTo>
                    <a:pt x="8616" y="0"/>
                  </a:lnTo>
                  <a:lnTo>
                    <a:pt x="12184" y="3565"/>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1" name="Google Shape;10011;p33"/>
            <p:cNvSpPr/>
            <p:nvPr/>
          </p:nvSpPr>
          <p:spPr>
            <a:xfrm>
              <a:off x="9020984" y="3853797"/>
              <a:ext cx="268455" cy="267905"/>
            </a:xfrm>
            <a:custGeom>
              <a:avLst/>
              <a:gdLst/>
              <a:ahLst/>
              <a:cxnLst/>
              <a:rect l="l" t="t" r="r" b="b"/>
              <a:pathLst>
                <a:path w="9762" h="9742" fill="none" extrusionOk="0">
                  <a:moveTo>
                    <a:pt x="2860" y="9741"/>
                  </a:moveTo>
                  <a:lnTo>
                    <a:pt x="0" y="6888"/>
                  </a:lnTo>
                  <a:lnTo>
                    <a:pt x="0" y="2853"/>
                  </a:lnTo>
                  <a:lnTo>
                    <a:pt x="2860"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2" name="Google Shape;10012;p33"/>
            <p:cNvSpPr/>
            <p:nvPr/>
          </p:nvSpPr>
          <p:spPr>
            <a:xfrm>
              <a:off x="9054317" y="3887157"/>
              <a:ext cx="201795" cy="201163"/>
            </a:xfrm>
            <a:custGeom>
              <a:avLst/>
              <a:gdLst/>
              <a:ahLst/>
              <a:cxnLst/>
              <a:rect l="l" t="t" r="r" b="b"/>
              <a:pathLst>
                <a:path w="7338" h="7315" fill="none" extrusionOk="0">
                  <a:moveTo>
                    <a:pt x="2149" y="7314"/>
                  </a:moveTo>
                  <a:lnTo>
                    <a:pt x="0" y="5172"/>
                  </a:lnTo>
                  <a:lnTo>
                    <a:pt x="0" y="2142"/>
                  </a:lnTo>
                  <a:lnTo>
                    <a:pt x="2149"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3" name="Google Shape;10013;p33"/>
            <p:cNvSpPr/>
            <p:nvPr/>
          </p:nvSpPr>
          <p:spPr>
            <a:xfrm>
              <a:off x="9087649" y="3920517"/>
              <a:ext cx="135135" cy="134420"/>
            </a:xfrm>
            <a:custGeom>
              <a:avLst/>
              <a:gdLst/>
              <a:ahLst/>
              <a:cxnLst/>
              <a:rect l="l" t="t" r="r" b="b"/>
              <a:pathLst>
                <a:path w="4914" h="4888" fill="none" extrusionOk="0">
                  <a:moveTo>
                    <a:pt x="1439" y="4887"/>
                  </a:moveTo>
                  <a:lnTo>
                    <a:pt x="0" y="3457"/>
                  </a:lnTo>
                  <a:lnTo>
                    <a:pt x="0"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4" name="Google Shape;10014;p33"/>
            <p:cNvSpPr/>
            <p:nvPr/>
          </p:nvSpPr>
          <p:spPr>
            <a:xfrm>
              <a:off x="9120954" y="3953904"/>
              <a:ext cx="68530" cy="67705"/>
            </a:xfrm>
            <a:custGeom>
              <a:avLst/>
              <a:gdLst/>
              <a:ahLst/>
              <a:cxnLst/>
              <a:rect l="l" t="t" r="r" b="b"/>
              <a:pathLst>
                <a:path w="2492" h="2462" fill="none" extrusionOk="0">
                  <a:moveTo>
                    <a:pt x="731" y="2461"/>
                  </a:moveTo>
                  <a:lnTo>
                    <a:pt x="0" y="1739"/>
                  </a:lnTo>
                  <a:lnTo>
                    <a:pt x="0" y="721"/>
                  </a:lnTo>
                  <a:lnTo>
                    <a:pt x="731" y="1"/>
                  </a:lnTo>
                  <a:lnTo>
                    <a:pt x="1763" y="1"/>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5" name="Google Shape;10015;p33"/>
            <p:cNvSpPr/>
            <p:nvPr/>
          </p:nvSpPr>
          <p:spPr>
            <a:xfrm>
              <a:off x="8347792" y="4126809"/>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6" name="Google Shape;10016;p33"/>
            <p:cNvSpPr/>
            <p:nvPr/>
          </p:nvSpPr>
          <p:spPr>
            <a:xfrm>
              <a:off x="8381097" y="4160141"/>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7" name="Google Shape;10017;p33"/>
            <p:cNvSpPr/>
            <p:nvPr/>
          </p:nvSpPr>
          <p:spPr>
            <a:xfrm>
              <a:off x="8414456" y="4193528"/>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8" name="Google Shape;10018;p33"/>
            <p:cNvSpPr/>
            <p:nvPr/>
          </p:nvSpPr>
          <p:spPr>
            <a:xfrm>
              <a:off x="8447761" y="4226916"/>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9" name="Google Shape;10019;p33"/>
            <p:cNvSpPr/>
            <p:nvPr/>
          </p:nvSpPr>
          <p:spPr>
            <a:xfrm>
              <a:off x="8481066" y="4260248"/>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0" name="Google Shape;10020;p33"/>
            <p:cNvSpPr/>
            <p:nvPr/>
          </p:nvSpPr>
          <p:spPr>
            <a:xfrm>
              <a:off x="8514426" y="4293635"/>
              <a:ext cx="335088" cy="334647"/>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1" name="Google Shape;10021;p33"/>
            <p:cNvSpPr/>
            <p:nvPr/>
          </p:nvSpPr>
          <p:spPr>
            <a:xfrm>
              <a:off x="8547731" y="4327050"/>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2" name="Google Shape;10022;p33"/>
            <p:cNvSpPr/>
            <p:nvPr/>
          </p:nvSpPr>
          <p:spPr>
            <a:xfrm>
              <a:off x="8581036" y="436043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3" name="Google Shape;10023;p33"/>
            <p:cNvSpPr/>
            <p:nvPr/>
          </p:nvSpPr>
          <p:spPr>
            <a:xfrm>
              <a:off x="8614395" y="4393770"/>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4" name="Google Shape;10024;p33"/>
            <p:cNvSpPr/>
            <p:nvPr/>
          </p:nvSpPr>
          <p:spPr>
            <a:xfrm>
              <a:off x="8647700" y="4427157"/>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5" name="Google Shape;10025;p33"/>
            <p:cNvSpPr/>
            <p:nvPr/>
          </p:nvSpPr>
          <p:spPr>
            <a:xfrm>
              <a:off x="7872998" y="4600034"/>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6" name="Google Shape;10026;p33"/>
            <p:cNvSpPr/>
            <p:nvPr/>
          </p:nvSpPr>
          <p:spPr>
            <a:xfrm>
              <a:off x="8821045" y="4600034"/>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7" name="Google Shape;10027;p33"/>
            <p:cNvSpPr/>
            <p:nvPr/>
          </p:nvSpPr>
          <p:spPr>
            <a:xfrm>
              <a:off x="4085389" y="4603923"/>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8" name="Google Shape;10028;p33"/>
            <p:cNvSpPr/>
            <p:nvPr/>
          </p:nvSpPr>
          <p:spPr>
            <a:xfrm>
              <a:off x="5033436" y="4603923"/>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9" name="Google Shape;10029;p33"/>
            <p:cNvSpPr/>
            <p:nvPr/>
          </p:nvSpPr>
          <p:spPr>
            <a:xfrm>
              <a:off x="5977389" y="4603923"/>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0" name="Google Shape;10030;p33"/>
            <p:cNvSpPr/>
            <p:nvPr/>
          </p:nvSpPr>
          <p:spPr>
            <a:xfrm>
              <a:off x="6925436" y="4603923"/>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1" name="Google Shape;10031;p33"/>
            <p:cNvSpPr/>
            <p:nvPr/>
          </p:nvSpPr>
          <p:spPr>
            <a:xfrm>
              <a:off x="301246" y="4603936"/>
              <a:ext cx="668333"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2" name="Google Shape;10032;p33"/>
            <p:cNvSpPr/>
            <p:nvPr/>
          </p:nvSpPr>
          <p:spPr>
            <a:xfrm>
              <a:off x="1249293" y="4603936"/>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3" name="Google Shape;10033;p33"/>
            <p:cNvSpPr/>
            <p:nvPr/>
          </p:nvSpPr>
          <p:spPr>
            <a:xfrm>
              <a:off x="2193246" y="4603936"/>
              <a:ext cx="668333"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4" name="Google Shape;10034;p33"/>
            <p:cNvSpPr/>
            <p:nvPr/>
          </p:nvSpPr>
          <p:spPr>
            <a:xfrm>
              <a:off x="3141293" y="4603936"/>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5" name="Google Shape;10035;p33"/>
            <p:cNvSpPr/>
            <p:nvPr/>
          </p:nvSpPr>
          <p:spPr>
            <a:xfrm>
              <a:off x="7906331" y="4633421"/>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6" name="Google Shape;10036;p33"/>
            <p:cNvSpPr/>
            <p:nvPr/>
          </p:nvSpPr>
          <p:spPr>
            <a:xfrm>
              <a:off x="8854350" y="4633421"/>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7" name="Google Shape;10037;p33"/>
            <p:cNvSpPr/>
            <p:nvPr/>
          </p:nvSpPr>
          <p:spPr>
            <a:xfrm>
              <a:off x="4118721" y="4637311"/>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8" name="Google Shape;10038;p33"/>
            <p:cNvSpPr/>
            <p:nvPr/>
          </p:nvSpPr>
          <p:spPr>
            <a:xfrm>
              <a:off x="5066741" y="4637311"/>
              <a:ext cx="601672"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9" name="Google Shape;10039;p33"/>
            <p:cNvSpPr/>
            <p:nvPr/>
          </p:nvSpPr>
          <p:spPr>
            <a:xfrm>
              <a:off x="6010721" y="4637311"/>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0" name="Google Shape;10040;p33"/>
            <p:cNvSpPr/>
            <p:nvPr/>
          </p:nvSpPr>
          <p:spPr>
            <a:xfrm>
              <a:off x="6958741" y="4637311"/>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1" name="Google Shape;10041;p33"/>
            <p:cNvSpPr/>
            <p:nvPr/>
          </p:nvSpPr>
          <p:spPr>
            <a:xfrm>
              <a:off x="334578" y="4637323"/>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2" name="Google Shape;10042;p33"/>
            <p:cNvSpPr/>
            <p:nvPr/>
          </p:nvSpPr>
          <p:spPr>
            <a:xfrm>
              <a:off x="1282598" y="4637323"/>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3" name="Google Shape;10043;p33"/>
            <p:cNvSpPr/>
            <p:nvPr/>
          </p:nvSpPr>
          <p:spPr>
            <a:xfrm>
              <a:off x="2226578" y="4637323"/>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4" name="Google Shape;10044;p33"/>
            <p:cNvSpPr/>
            <p:nvPr/>
          </p:nvSpPr>
          <p:spPr>
            <a:xfrm>
              <a:off x="3174598" y="4637323"/>
              <a:ext cx="601672"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5" name="Google Shape;10045;p33"/>
            <p:cNvSpPr/>
            <p:nvPr/>
          </p:nvSpPr>
          <p:spPr>
            <a:xfrm>
              <a:off x="7939635" y="4666781"/>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6" name="Google Shape;10046;p33"/>
            <p:cNvSpPr/>
            <p:nvPr/>
          </p:nvSpPr>
          <p:spPr>
            <a:xfrm>
              <a:off x="8887682" y="4666781"/>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7" name="Google Shape;10047;p33"/>
            <p:cNvSpPr/>
            <p:nvPr/>
          </p:nvSpPr>
          <p:spPr>
            <a:xfrm>
              <a:off x="4152026" y="4670670"/>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8" name="Google Shape;10048;p33"/>
            <p:cNvSpPr/>
            <p:nvPr/>
          </p:nvSpPr>
          <p:spPr>
            <a:xfrm>
              <a:off x="5100073" y="4670670"/>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9" name="Google Shape;10049;p33"/>
            <p:cNvSpPr/>
            <p:nvPr/>
          </p:nvSpPr>
          <p:spPr>
            <a:xfrm>
              <a:off x="6044026" y="4670670"/>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0" name="Google Shape;10050;p33"/>
            <p:cNvSpPr/>
            <p:nvPr/>
          </p:nvSpPr>
          <p:spPr>
            <a:xfrm>
              <a:off x="6992073" y="4670670"/>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1" name="Google Shape;10051;p33"/>
            <p:cNvSpPr/>
            <p:nvPr/>
          </p:nvSpPr>
          <p:spPr>
            <a:xfrm>
              <a:off x="367883" y="4670683"/>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2" name="Google Shape;10052;p33"/>
            <p:cNvSpPr/>
            <p:nvPr/>
          </p:nvSpPr>
          <p:spPr>
            <a:xfrm>
              <a:off x="1315930" y="4670683"/>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3" name="Google Shape;10053;p33"/>
            <p:cNvSpPr/>
            <p:nvPr/>
          </p:nvSpPr>
          <p:spPr>
            <a:xfrm>
              <a:off x="2259883" y="4670683"/>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4" name="Google Shape;10054;p33"/>
            <p:cNvSpPr/>
            <p:nvPr/>
          </p:nvSpPr>
          <p:spPr>
            <a:xfrm>
              <a:off x="3207930" y="4670683"/>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5" name="Google Shape;10055;p33"/>
            <p:cNvSpPr/>
            <p:nvPr/>
          </p:nvSpPr>
          <p:spPr>
            <a:xfrm>
              <a:off x="7972968" y="4700168"/>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6" name="Google Shape;10056;p33"/>
            <p:cNvSpPr/>
            <p:nvPr/>
          </p:nvSpPr>
          <p:spPr>
            <a:xfrm>
              <a:off x="8921015" y="4700168"/>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7" name="Google Shape;10057;p33"/>
            <p:cNvSpPr/>
            <p:nvPr/>
          </p:nvSpPr>
          <p:spPr>
            <a:xfrm>
              <a:off x="4185359" y="4704058"/>
              <a:ext cx="468408"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8" name="Google Shape;10058;p33"/>
            <p:cNvSpPr/>
            <p:nvPr/>
          </p:nvSpPr>
          <p:spPr>
            <a:xfrm>
              <a:off x="5133406" y="4704058"/>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9" name="Google Shape;10059;p33"/>
            <p:cNvSpPr/>
            <p:nvPr/>
          </p:nvSpPr>
          <p:spPr>
            <a:xfrm>
              <a:off x="6077359" y="4704058"/>
              <a:ext cx="468408"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0" name="Google Shape;10060;p33"/>
            <p:cNvSpPr/>
            <p:nvPr/>
          </p:nvSpPr>
          <p:spPr>
            <a:xfrm>
              <a:off x="7025406" y="4704058"/>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1" name="Google Shape;10061;p33"/>
            <p:cNvSpPr/>
            <p:nvPr/>
          </p:nvSpPr>
          <p:spPr>
            <a:xfrm>
              <a:off x="401215" y="4704070"/>
              <a:ext cx="468408"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2" name="Google Shape;10062;p33"/>
            <p:cNvSpPr/>
            <p:nvPr/>
          </p:nvSpPr>
          <p:spPr>
            <a:xfrm>
              <a:off x="1349262" y="4704070"/>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3" name="Google Shape;10063;p33"/>
            <p:cNvSpPr/>
            <p:nvPr/>
          </p:nvSpPr>
          <p:spPr>
            <a:xfrm>
              <a:off x="2293215" y="4704070"/>
              <a:ext cx="468408"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4" name="Google Shape;10064;p33"/>
            <p:cNvSpPr/>
            <p:nvPr/>
          </p:nvSpPr>
          <p:spPr>
            <a:xfrm>
              <a:off x="3241262" y="4704070"/>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5" name="Google Shape;10065;p33"/>
            <p:cNvSpPr/>
            <p:nvPr/>
          </p:nvSpPr>
          <p:spPr>
            <a:xfrm>
              <a:off x="8006273" y="4733528"/>
              <a:ext cx="401802"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6" name="Google Shape;10066;p33"/>
            <p:cNvSpPr/>
            <p:nvPr/>
          </p:nvSpPr>
          <p:spPr>
            <a:xfrm>
              <a:off x="8954319" y="4733528"/>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7" name="Google Shape;10067;p33"/>
            <p:cNvSpPr/>
            <p:nvPr/>
          </p:nvSpPr>
          <p:spPr>
            <a:xfrm>
              <a:off x="4218663" y="4737417"/>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8" name="Google Shape;10068;p33"/>
            <p:cNvSpPr/>
            <p:nvPr/>
          </p:nvSpPr>
          <p:spPr>
            <a:xfrm>
              <a:off x="5166710" y="4737417"/>
              <a:ext cx="401747"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9" name="Google Shape;10069;p33"/>
            <p:cNvSpPr/>
            <p:nvPr/>
          </p:nvSpPr>
          <p:spPr>
            <a:xfrm>
              <a:off x="6110663" y="4737417"/>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0" name="Google Shape;10070;p33"/>
            <p:cNvSpPr/>
            <p:nvPr/>
          </p:nvSpPr>
          <p:spPr>
            <a:xfrm>
              <a:off x="7058710" y="4737417"/>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1" name="Google Shape;10071;p33"/>
            <p:cNvSpPr/>
            <p:nvPr/>
          </p:nvSpPr>
          <p:spPr>
            <a:xfrm>
              <a:off x="434520" y="4737430"/>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2" name="Google Shape;10072;p33"/>
            <p:cNvSpPr/>
            <p:nvPr/>
          </p:nvSpPr>
          <p:spPr>
            <a:xfrm>
              <a:off x="1382567" y="4737430"/>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3" name="Google Shape;10073;p33"/>
            <p:cNvSpPr/>
            <p:nvPr/>
          </p:nvSpPr>
          <p:spPr>
            <a:xfrm>
              <a:off x="2326520" y="4737430"/>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4" name="Google Shape;10074;p33"/>
            <p:cNvSpPr/>
            <p:nvPr/>
          </p:nvSpPr>
          <p:spPr>
            <a:xfrm>
              <a:off x="3274567" y="4737430"/>
              <a:ext cx="401747"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5" name="Google Shape;10075;p33"/>
            <p:cNvSpPr/>
            <p:nvPr/>
          </p:nvSpPr>
          <p:spPr>
            <a:xfrm>
              <a:off x="8039605" y="4766888"/>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6" name="Google Shape;10076;p33"/>
            <p:cNvSpPr/>
            <p:nvPr/>
          </p:nvSpPr>
          <p:spPr>
            <a:xfrm>
              <a:off x="8987679" y="4766888"/>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7" name="Google Shape;10077;p33"/>
            <p:cNvSpPr/>
            <p:nvPr/>
          </p:nvSpPr>
          <p:spPr>
            <a:xfrm>
              <a:off x="4251996" y="4770777"/>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8" name="Google Shape;10078;p33"/>
            <p:cNvSpPr/>
            <p:nvPr/>
          </p:nvSpPr>
          <p:spPr>
            <a:xfrm>
              <a:off x="5200070" y="4770777"/>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9" name="Google Shape;10079;p33"/>
            <p:cNvSpPr/>
            <p:nvPr/>
          </p:nvSpPr>
          <p:spPr>
            <a:xfrm>
              <a:off x="6143996" y="4770777"/>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0" name="Google Shape;10080;p33"/>
            <p:cNvSpPr/>
            <p:nvPr/>
          </p:nvSpPr>
          <p:spPr>
            <a:xfrm>
              <a:off x="7092070" y="4770777"/>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1" name="Google Shape;10081;p33"/>
            <p:cNvSpPr/>
            <p:nvPr/>
          </p:nvSpPr>
          <p:spPr>
            <a:xfrm>
              <a:off x="467853" y="4770790"/>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2" name="Google Shape;10082;p33"/>
            <p:cNvSpPr/>
            <p:nvPr/>
          </p:nvSpPr>
          <p:spPr>
            <a:xfrm>
              <a:off x="1415927" y="4770790"/>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3" name="Google Shape;10083;p33"/>
            <p:cNvSpPr/>
            <p:nvPr/>
          </p:nvSpPr>
          <p:spPr>
            <a:xfrm>
              <a:off x="2359853" y="4770790"/>
              <a:ext cx="335088" cy="334647"/>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4" name="Google Shape;10084;p33"/>
            <p:cNvSpPr/>
            <p:nvPr/>
          </p:nvSpPr>
          <p:spPr>
            <a:xfrm>
              <a:off x="3307927" y="4770790"/>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5" name="Google Shape;10085;p33"/>
            <p:cNvSpPr/>
            <p:nvPr/>
          </p:nvSpPr>
          <p:spPr>
            <a:xfrm>
              <a:off x="8072937" y="4800275"/>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6" name="Google Shape;10086;p33"/>
            <p:cNvSpPr/>
            <p:nvPr/>
          </p:nvSpPr>
          <p:spPr>
            <a:xfrm>
              <a:off x="9020984" y="4800275"/>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7" name="Google Shape;10087;p33"/>
            <p:cNvSpPr/>
            <p:nvPr/>
          </p:nvSpPr>
          <p:spPr>
            <a:xfrm>
              <a:off x="4285328" y="4804165"/>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8" name="Google Shape;10088;p33"/>
            <p:cNvSpPr/>
            <p:nvPr/>
          </p:nvSpPr>
          <p:spPr>
            <a:xfrm>
              <a:off x="5233375" y="4804165"/>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9" name="Google Shape;10089;p33"/>
            <p:cNvSpPr/>
            <p:nvPr/>
          </p:nvSpPr>
          <p:spPr>
            <a:xfrm>
              <a:off x="6177328" y="4804165"/>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0" name="Google Shape;10090;p33"/>
            <p:cNvSpPr/>
            <p:nvPr/>
          </p:nvSpPr>
          <p:spPr>
            <a:xfrm>
              <a:off x="7125375" y="4804165"/>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1" name="Google Shape;10091;p33"/>
            <p:cNvSpPr/>
            <p:nvPr/>
          </p:nvSpPr>
          <p:spPr>
            <a:xfrm>
              <a:off x="501185" y="4804177"/>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2" name="Google Shape;10092;p33"/>
            <p:cNvSpPr/>
            <p:nvPr/>
          </p:nvSpPr>
          <p:spPr>
            <a:xfrm>
              <a:off x="1449232" y="4804177"/>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3" name="Google Shape;10093;p33"/>
            <p:cNvSpPr/>
            <p:nvPr/>
          </p:nvSpPr>
          <p:spPr>
            <a:xfrm>
              <a:off x="2393185" y="4804177"/>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4" name="Google Shape;10094;p33"/>
            <p:cNvSpPr/>
            <p:nvPr/>
          </p:nvSpPr>
          <p:spPr>
            <a:xfrm>
              <a:off x="3341232" y="4804177"/>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5" name="Google Shape;10095;p33"/>
            <p:cNvSpPr/>
            <p:nvPr/>
          </p:nvSpPr>
          <p:spPr>
            <a:xfrm>
              <a:off x="8106270" y="4833635"/>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6" name="Google Shape;10096;p33"/>
            <p:cNvSpPr/>
            <p:nvPr/>
          </p:nvSpPr>
          <p:spPr>
            <a:xfrm>
              <a:off x="9054289" y="4833635"/>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7" name="Google Shape;10097;p33"/>
            <p:cNvSpPr/>
            <p:nvPr/>
          </p:nvSpPr>
          <p:spPr>
            <a:xfrm>
              <a:off x="4318661" y="4837524"/>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8" name="Google Shape;10098;p33"/>
            <p:cNvSpPr/>
            <p:nvPr/>
          </p:nvSpPr>
          <p:spPr>
            <a:xfrm>
              <a:off x="5266680" y="4837524"/>
              <a:ext cx="201822"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9" name="Google Shape;10099;p33"/>
            <p:cNvSpPr/>
            <p:nvPr/>
          </p:nvSpPr>
          <p:spPr>
            <a:xfrm>
              <a:off x="6210661" y="4837524"/>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0" name="Google Shape;10100;p33"/>
            <p:cNvSpPr/>
            <p:nvPr/>
          </p:nvSpPr>
          <p:spPr>
            <a:xfrm>
              <a:off x="7158680" y="4837524"/>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1" name="Google Shape;10101;p33"/>
            <p:cNvSpPr/>
            <p:nvPr/>
          </p:nvSpPr>
          <p:spPr>
            <a:xfrm>
              <a:off x="534517" y="4837537"/>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2" name="Google Shape;10102;p33"/>
            <p:cNvSpPr/>
            <p:nvPr/>
          </p:nvSpPr>
          <p:spPr>
            <a:xfrm>
              <a:off x="1482537" y="4837537"/>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3" name="Google Shape;10103;p33"/>
            <p:cNvSpPr/>
            <p:nvPr/>
          </p:nvSpPr>
          <p:spPr>
            <a:xfrm>
              <a:off x="2426517" y="4837537"/>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4" name="Google Shape;10104;p33"/>
            <p:cNvSpPr/>
            <p:nvPr/>
          </p:nvSpPr>
          <p:spPr>
            <a:xfrm>
              <a:off x="3374537" y="4837537"/>
              <a:ext cx="201822"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5" name="Google Shape;10105;p33"/>
            <p:cNvSpPr/>
            <p:nvPr/>
          </p:nvSpPr>
          <p:spPr>
            <a:xfrm>
              <a:off x="8139574" y="4866995"/>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6" name="Google Shape;10106;p33"/>
            <p:cNvSpPr/>
            <p:nvPr/>
          </p:nvSpPr>
          <p:spPr>
            <a:xfrm>
              <a:off x="9087649" y="4866995"/>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7" name="Google Shape;10107;p33"/>
            <p:cNvSpPr/>
            <p:nvPr/>
          </p:nvSpPr>
          <p:spPr>
            <a:xfrm>
              <a:off x="4351965" y="4870884"/>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8" name="Google Shape;10108;p33"/>
            <p:cNvSpPr/>
            <p:nvPr/>
          </p:nvSpPr>
          <p:spPr>
            <a:xfrm>
              <a:off x="5300040" y="4870884"/>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9" name="Google Shape;10109;p33"/>
            <p:cNvSpPr/>
            <p:nvPr/>
          </p:nvSpPr>
          <p:spPr>
            <a:xfrm>
              <a:off x="6243965" y="4870884"/>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0" name="Google Shape;10110;p33"/>
            <p:cNvSpPr/>
            <p:nvPr/>
          </p:nvSpPr>
          <p:spPr>
            <a:xfrm>
              <a:off x="7192040" y="4870884"/>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1" name="Google Shape;10111;p33"/>
            <p:cNvSpPr/>
            <p:nvPr/>
          </p:nvSpPr>
          <p:spPr>
            <a:xfrm>
              <a:off x="567822" y="4870897"/>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2" name="Google Shape;10112;p33"/>
            <p:cNvSpPr/>
            <p:nvPr/>
          </p:nvSpPr>
          <p:spPr>
            <a:xfrm>
              <a:off x="1515897" y="4870897"/>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3" name="Google Shape;10113;p33"/>
            <p:cNvSpPr/>
            <p:nvPr/>
          </p:nvSpPr>
          <p:spPr>
            <a:xfrm>
              <a:off x="2459822" y="4870897"/>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4" name="Google Shape;10114;p33"/>
            <p:cNvSpPr/>
            <p:nvPr/>
          </p:nvSpPr>
          <p:spPr>
            <a:xfrm>
              <a:off x="3407897" y="4870897"/>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5" name="Google Shape;10115;p33"/>
            <p:cNvSpPr/>
            <p:nvPr/>
          </p:nvSpPr>
          <p:spPr>
            <a:xfrm>
              <a:off x="8172907" y="4900382"/>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6" name="Google Shape;10116;p33"/>
            <p:cNvSpPr/>
            <p:nvPr/>
          </p:nvSpPr>
          <p:spPr>
            <a:xfrm>
              <a:off x="9120954" y="4900382"/>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7" name="Google Shape;10117;p33"/>
            <p:cNvSpPr/>
            <p:nvPr/>
          </p:nvSpPr>
          <p:spPr>
            <a:xfrm>
              <a:off x="4385298" y="4904271"/>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8" name="Google Shape;10118;p33"/>
            <p:cNvSpPr/>
            <p:nvPr/>
          </p:nvSpPr>
          <p:spPr>
            <a:xfrm>
              <a:off x="5333345" y="4904271"/>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9" name="Google Shape;10119;p33"/>
            <p:cNvSpPr/>
            <p:nvPr/>
          </p:nvSpPr>
          <p:spPr>
            <a:xfrm>
              <a:off x="6277298" y="4904271"/>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0" name="Google Shape;10120;p33"/>
            <p:cNvSpPr/>
            <p:nvPr/>
          </p:nvSpPr>
          <p:spPr>
            <a:xfrm>
              <a:off x="7225345" y="4904271"/>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1" name="Google Shape;10121;p33"/>
            <p:cNvSpPr/>
            <p:nvPr/>
          </p:nvSpPr>
          <p:spPr>
            <a:xfrm>
              <a:off x="601155" y="4904284"/>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2" name="Google Shape;10122;p33"/>
            <p:cNvSpPr/>
            <p:nvPr/>
          </p:nvSpPr>
          <p:spPr>
            <a:xfrm>
              <a:off x="1549201" y="4904284"/>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3" name="Google Shape;10123;p33"/>
            <p:cNvSpPr/>
            <p:nvPr/>
          </p:nvSpPr>
          <p:spPr>
            <a:xfrm>
              <a:off x="2493155" y="4904284"/>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4" name="Google Shape;10124;p33"/>
            <p:cNvSpPr/>
            <p:nvPr/>
          </p:nvSpPr>
          <p:spPr>
            <a:xfrm>
              <a:off x="3441201" y="4904284"/>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5" name="Google Shape;10125;p33"/>
            <p:cNvSpPr/>
            <p:nvPr/>
          </p:nvSpPr>
          <p:spPr>
            <a:xfrm>
              <a:off x="7402385" y="5073259"/>
              <a:ext cx="668305" cy="668333"/>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6" name="Google Shape;10126;p33"/>
            <p:cNvSpPr/>
            <p:nvPr/>
          </p:nvSpPr>
          <p:spPr>
            <a:xfrm>
              <a:off x="8347792" y="5073259"/>
              <a:ext cx="668332"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7" name="Google Shape;10127;p33"/>
            <p:cNvSpPr/>
            <p:nvPr/>
          </p:nvSpPr>
          <p:spPr>
            <a:xfrm>
              <a:off x="3614776" y="5077148"/>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8" name="Google Shape;10128;p33"/>
            <p:cNvSpPr/>
            <p:nvPr/>
          </p:nvSpPr>
          <p:spPr>
            <a:xfrm>
              <a:off x="4560183" y="5077148"/>
              <a:ext cx="668333" cy="668332"/>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9" name="Google Shape;10129;p33"/>
            <p:cNvSpPr/>
            <p:nvPr/>
          </p:nvSpPr>
          <p:spPr>
            <a:xfrm>
              <a:off x="5506776" y="5077148"/>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0" name="Google Shape;10130;p33"/>
            <p:cNvSpPr/>
            <p:nvPr/>
          </p:nvSpPr>
          <p:spPr>
            <a:xfrm>
              <a:off x="6452183" y="5077148"/>
              <a:ext cx="668333" cy="668332"/>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1" name="Google Shape;10131;p33"/>
            <p:cNvSpPr/>
            <p:nvPr/>
          </p:nvSpPr>
          <p:spPr>
            <a:xfrm>
              <a:off x="-169367" y="5077161"/>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2" name="Google Shape;10132;p33"/>
            <p:cNvSpPr/>
            <p:nvPr/>
          </p:nvSpPr>
          <p:spPr>
            <a:xfrm>
              <a:off x="776039" y="5077161"/>
              <a:ext cx="668333" cy="668332"/>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3" name="Google Shape;10133;p33"/>
            <p:cNvSpPr/>
            <p:nvPr/>
          </p:nvSpPr>
          <p:spPr>
            <a:xfrm>
              <a:off x="1722633" y="5077161"/>
              <a:ext cx="668305" cy="668332"/>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4" name="Google Shape;10134;p33"/>
            <p:cNvSpPr/>
            <p:nvPr/>
          </p:nvSpPr>
          <p:spPr>
            <a:xfrm>
              <a:off x="2668039" y="5077161"/>
              <a:ext cx="668333" cy="668332"/>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5" name="Google Shape;10135;p33"/>
            <p:cNvSpPr/>
            <p:nvPr/>
          </p:nvSpPr>
          <p:spPr>
            <a:xfrm>
              <a:off x="7435690" y="5106646"/>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6" name="Google Shape;10136;p33"/>
            <p:cNvSpPr/>
            <p:nvPr/>
          </p:nvSpPr>
          <p:spPr>
            <a:xfrm>
              <a:off x="8381097" y="5106646"/>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7" name="Google Shape;10137;p33"/>
            <p:cNvSpPr/>
            <p:nvPr/>
          </p:nvSpPr>
          <p:spPr>
            <a:xfrm>
              <a:off x="3648081" y="5110536"/>
              <a:ext cx="601672"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8" name="Google Shape;10138;p33"/>
            <p:cNvSpPr/>
            <p:nvPr/>
          </p:nvSpPr>
          <p:spPr>
            <a:xfrm>
              <a:off x="4593487" y="5110536"/>
              <a:ext cx="601728"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9" name="Google Shape;10139;p33"/>
            <p:cNvSpPr/>
            <p:nvPr/>
          </p:nvSpPr>
          <p:spPr>
            <a:xfrm>
              <a:off x="5540081" y="5110536"/>
              <a:ext cx="601672"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0" name="Google Shape;10140;p33"/>
            <p:cNvSpPr/>
            <p:nvPr/>
          </p:nvSpPr>
          <p:spPr>
            <a:xfrm>
              <a:off x="6485487" y="5110536"/>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1" name="Google Shape;10141;p33"/>
            <p:cNvSpPr/>
            <p:nvPr/>
          </p:nvSpPr>
          <p:spPr>
            <a:xfrm>
              <a:off x="-136062" y="5110548"/>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2" name="Google Shape;10142;p33"/>
            <p:cNvSpPr/>
            <p:nvPr/>
          </p:nvSpPr>
          <p:spPr>
            <a:xfrm>
              <a:off x="809344" y="5110548"/>
              <a:ext cx="601728"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3" name="Google Shape;10143;p33"/>
            <p:cNvSpPr/>
            <p:nvPr/>
          </p:nvSpPr>
          <p:spPr>
            <a:xfrm>
              <a:off x="1755938" y="5110548"/>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4" name="Google Shape;10144;p33"/>
            <p:cNvSpPr/>
            <p:nvPr/>
          </p:nvSpPr>
          <p:spPr>
            <a:xfrm>
              <a:off x="2701344" y="5110548"/>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5" name="Google Shape;10145;p33"/>
            <p:cNvSpPr/>
            <p:nvPr/>
          </p:nvSpPr>
          <p:spPr>
            <a:xfrm>
              <a:off x="7469050" y="5140006"/>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6" name="Google Shape;10146;p33"/>
            <p:cNvSpPr/>
            <p:nvPr/>
          </p:nvSpPr>
          <p:spPr>
            <a:xfrm>
              <a:off x="8414429" y="5140006"/>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7" name="Google Shape;10147;p33"/>
            <p:cNvSpPr/>
            <p:nvPr/>
          </p:nvSpPr>
          <p:spPr>
            <a:xfrm>
              <a:off x="3681441" y="5143895"/>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8" name="Google Shape;10148;p33"/>
            <p:cNvSpPr/>
            <p:nvPr/>
          </p:nvSpPr>
          <p:spPr>
            <a:xfrm>
              <a:off x="4626820" y="5143895"/>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9" name="Google Shape;10149;p33"/>
            <p:cNvSpPr/>
            <p:nvPr/>
          </p:nvSpPr>
          <p:spPr>
            <a:xfrm>
              <a:off x="5573441" y="5143895"/>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0" name="Google Shape;10150;p33"/>
            <p:cNvSpPr/>
            <p:nvPr/>
          </p:nvSpPr>
          <p:spPr>
            <a:xfrm>
              <a:off x="6518820" y="5143895"/>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1" name="Google Shape;10151;p33"/>
            <p:cNvSpPr/>
            <p:nvPr/>
          </p:nvSpPr>
          <p:spPr>
            <a:xfrm>
              <a:off x="-102703" y="5143908"/>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2" name="Google Shape;10152;p33"/>
            <p:cNvSpPr/>
            <p:nvPr/>
          </p:nvSpPr>
          <p:spPr>
            <a:xfrm>
              <a:off x="842677" y="5143908"/>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3" name="Google Shape;10153;p33"/>
            <p:cNvSpPr/>
            <p:nvPr/>
          </p:nvSpPr>
          <p:spPr>
            <a:xfrm>
              <a:off x="1789297" y="5143908"/>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4" name="Google Shape;10154;p33"/>
            <p:cNvSpPr/>
            <p:nvPr/>
          </p:nvSpPr>
          <p:spPr>
            <a:xfrm>
              <a:off x="2734677" y="5143908"/>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5" name="Google Shape;10155;p33"/>
            <p:cNvSpPr/>
            <p:nvPr/>
          </p:nvSpPr>
          <p:spPr>
            <a:xfrm>
              <a:off x="7502355" y="5173366"/>
              <a:ext cx="468352" cy="468133"/>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6" name="Google Shape;10156;p33"/>
            <p:cNvSpPr/>
            <p:nvPr/>
          </p:nvSpPr>
          <p:spPr>
            <a:xfrm>
              <a:off x="8447761" y="5173366"/>
              <a:ext cx="468407"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7" name="Google Shape;10157;p33"/>
            <p:cNvSpPr/>
            <p:nvPr/>
          </p:nvSpPr>
          <p:spPr>
            <a:xfrm>
              <a:off x="3714745" y="5177255"/>
              <a:ext cx="468353"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8" name="Google Shape;10158;p33"/>
            <p:cNvSpPr/>
            <p:nvPr/>
          </p:nvSpPr>
          <p:spPr>
            <a:xfrm>
              <a:off x="4660152" y="5177255"/>
              <a:ext cx="468407" cy="468132"/>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9" name="Google Shape;10159;p33"/>
            <p:cNvSpPr/>
            <p:nvPr/>
          </p:nvSpPr>
          <p:spPr>
            <a:xfrm>
              <a:off x="5606745" y="5177255"/>
              <a:ext cx="468353"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0" name="Google Shape;10160;p33"/>
            <p:cNvSpPr/>
            <p:nvPr/>
          </p:nvSpPr>
          <p:spPr>
            <a:xfrm>
              <a:off x="6552152" y="5177255"/>
              <a:ext cx="468407" cy="468132"/>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1" name="Google Shape;10161;p33"/>
            <p:cNvSpPr/>
            <p:nvPr/>
          </p:nvSpPr>
          <p:spPr>
            <a:xfrm>
              <a:off x="-69398" y="5177268"/>
              <a:ext cx="468353"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2" name="Google Shape;10162;p33"/>
            <p:cNvSpPr/>
            <p:nvPr/>
          </p:nvSpPr>
          <p:spPr>
            <a:xfrm>
              <a:off x="876009" y="5177268"/>
              <a:ext cx="468408" cy="468132"/>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3" name="Google Shape;10163;p33"/>
            <p:cNvSpPr/>
            <p:nvPr/>
          </p:nvSpPr>
          <p:spPr>
            <a:xfrm>
              <a:off x="1822602" y="5177268"/>
              <a:ext cx="468353" cy="468132"/>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4" name="Google Shape;10164;p33"/>
            <p:cNvSpPr/>
            <p:nvPr/>
          </p:nvSpPr>
          <p:spPr>
            <a:xfrm>
              <a:off x="2768009" y="5177268"/>
              <a:ext cx="468408" cy="468132"/>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5" name="Google Shape;10165;p33"/>
            <p:cNvSpPr/>
            <p:nvPr/>
          </p:nvSpPr>
          <p:spPr>
            <a:xfrm>
              <a:off x="7535659" y="5206753"/>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6" name="Google Shape;10166;p33"/>
            <p:cNvSpPr/>
            <p:nvPr/>
          </p:nvSpPr>
          <p:spPr>
            <a:xfrm>
              <a:off x="8481066" y="5206753"/>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7" name="Google Shape;10167;p33"/>
            <p:cNvSpPr/>
            <p:nvPr/>
          </p:nvSpPr>
          <p:spPr>
            <a:xfrm>
              <a:off x="3748050" y="5210643"/>
              <a:ext cx="401747"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8" name="Google Shape;10168;p33"/>
            <p:cNvSpPr/>
            <p:nvPr/>
          </p:nvSpPr>
          <p:spPr>
            <a:xfrm>
              <a:off x="4693457" y="5210643"/>
              <a:ext cx="401747"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9" name="Google Shape;10169;p33"/>
            <p:cNvSpPr/>
            <p:nvPr/>
          </p:nvSpPr>
          <p:spPr>
            <a:xfrm>
              <a:off x="5640050" y="5210643"/>
              <a:ext cx="401747"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0" name="Google Shape;10170;p33"/>
            <p:cNvSpPr/>
            <p:nvPr/>
          </p:nvSpPr>
          <p:spPr>
            <a:xfrm>
              <a:off x="6585457" y="5210643"/>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1" name="Google Shape;10171;p33"/>
            <p:cNvSpPr/>
            <p:nvPr/>
          </p:nvSpPr>
          <p:spPr>
            <a:xfrm>
              <a:off x="-36093" y="5210655"/>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2" name="Google Shape;10172;p33"/>
            <p:cNvSpPr/>
            <p:nvPr/>
          </p:nvSpPr>
          <p:spPr>
            <a:xfrm>
              <a:off x="909314" y="5210655"/>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3" name="Google Shape;10173;p33"/>
            <p:cNvSpPr/>
            <p:nvPr/>
          </p:nvSpPr>
          <p:spPr>
            <a:xfrm>
              <a:off x="1855907" y="5210655"/>
              <a:ext cx="401747"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4" name="Google Shape;10174;p33"/>
            <p:cNvSpPr/>
            <p:nvPr/>
          </p:nvSpPr>
          <p:spPr>
            <a:xfrm>
              <a:off x="2801314" y="5210655"/>
              <a:ext cx="401747"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5" name="Google Shape;10175;p33"/>
            <p:cNvSpPr/>
            <p:nvPr/>
          </p:nvSpPr>
          <p:spPr>
            <a:xfrm>
              <a:off x="7569019" y="5240085"/>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6" name="Google Shape;10176;p33"/>
            <p:cNvSpPr/>
            <p:nvPr/>
          </p:nvSpPr>
          <p:spPr>
            <a:xfrm>
              <a:off x="8514426" y="5240085"/>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7" name="Google Shape;10177;p33"/>
            <p:cNvSpPr/>
            <p:nvPr/>
          </p:nvSpPr>
          <p:spPr>
            <a:xfrm>
              <a:off x="3781410" y="5243975"/>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8" name="Google Shape;10178;p33"/>
            <p:cNvSpPr/>
            <p:nvPr/>
          </p:nvSpPr>
          <p:spPr>
            <a:xfrm>
              <a:off x="4726817" y="5243975"/>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9" name="Google Shape;10179;p33"/>
            <p:cNvSpPr/>
            <p:nvPr/>
          </p:nvSpPr>
          <p:spPr>
            <a:xfrm>
              <a:off x="5673410" y="5243975"/>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0" name="Google Shape;10180;p33"/>
            <p:cNvSpPr/>
            <p:nvPr/>
          </p:nvSpPr>
          <p:spPr>
            <a:xfrm>
              <a:off x="6618817" y="5243975"/>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1" name="Google Shape;10181;p33"/>
            <p:cNvSpPr/>
            <p:nvPr/>
          </p:nvSpPr>
          <p:spPr>
            <a:xfrm>
              <a:off x="-2733" y="5243987"/>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2" name="Google Shape;10182;p33"/>
            <p:cNvSpPr/>
            <p:nvPr/>
          </p:nvSpPr>
          <p:spPr>
            <a:xfrm>
              <a:off x="942674" y="5243987"/>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3" name="Google Shape;10183;p33"/>
            <p:cNvSpPr/>
            <p:nvPr/>
          </p:nvSpPr>
          <p:spPr>
            <a:xfrm>
              <a:off x="1889267" y="5243987"/>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4" name="Google Shape;10184;p33"/>
            <p:cNvSpPr/>
            <p:nvPr/>
          </p:nvSpPr>
          <p:spPr>
            <a:xfrm>
              <a:off x="2834674" y="5243987"/>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5" name="Google Shape;10185;p33"/>
            <p:cNvSpPr/>
            <p:nvPr/>
          </p:nvSpPr>
          <p:spPr>
            <a:xfrm>
              <a:off x="7602324" y="5273473"/>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6" name="Google Shape;10186;p33"/>
            <p:cNvSpPr/>
            <p:nvPr/>
          </p:nvSpPr>
          <p:spPr>
            <a:xfrm>
              <a:off x="8547731" y="5273473"/>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7" name="Google Shape;10187;p33"/>
            <p:cNvSpPr/>
            <p:nvPr/>
          </p:nvSpPr>
          <p:spPr>
            <a:xfrm>
              <a:off x="3814715" y="5277362"/>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8" name="Google Shape;10188;p33"/>
            <p:cNvSpPr/>
            <p:nvPr/>
          </p:nvSpPr>
          <p:spPr>
            <a:xfrm>
              <a:off x="4760122" y="5277362"/>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9" name="Google Shape;10189;p33"/>
            <p:cNvSpPr/>
            <p:nvPr/>
          </p:nvSpPr>
          <p:spPr>
            <a:xfrm>
              <a:off x="5706715" y="5277362"/>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0" name="Google Shape;10190;p33"/>
            <p:cNvSpPr/>
            <p:nvPr/>
          </p:nvSpPr>
          <p:spPr>
            <a:xfrm>
              <a:off x="6652122" y="5277362"/>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1" name="Google Shape;10191;p33"/>
            <p:cNvSpPr/>
            <p:nvPr/>
          </p:nvSpPr>
          <p:spPr>
            <a:xfrm>
              <a:off x="30572" y="5277375"/>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2" name="Google Shape;10192;p33"/>
            <p:cNvSpPr/>
            <p:nvPr/>
          </p:nvSpPr>
          <p:spPr>
            <a:xfrm>
              <a:off x="975979" y="5277375"/>
              <a:ext cx="268483"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3" name="Google Shape;10193;p33"/>
            <p:cNvSpPr/>
            <p:nvPr/>
          </p:nvSpPr>
          <p:spPr>
            <a:xfrm>
              <a:off x="1922572" y="5277375"/>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4" name="Google Shape;10194;p33"/>
            <p:cNvSpPr/>
            <p:nvPr/>
          </p:nvSpPr>
          <p:spPr>
            <a:xfrm>
              <a:off x="2867979" y="5277375"/>
              <a:ext cx="268483"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5" name="Google Shape;10195;p33"/>
            <p:cNvSpPr/>
            <p:nvPr/>
          </p:nvSpPr>
          <p:spPr>
            <a:xfrm>
              <a:off x="7635656" y="5306887"/>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6" name="Google Shape;10196;p33"/>
            <p:cNvSpPr/>
            <p:nvPr/>
          </p:nvSpPr>
          <p:spPr>
            <a:xfrm>
              <a:off x="8581036" y="530688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7" name="Google Shape;10197;p33"/>
            <p:cNvSpPr/>
            <p:nvPr/>
          </p:nvSpPr>
          <p:spPr>
            <a:xfrm>
              <a:off x="3848047" y="5310777"/>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8" name="Google Shape;10198;p33"/>
            <p:cNvSpPr/>
            <p:nvPr/>
          </p:nvSpPr>
          <p:spPr>
            <a:xfrm>
              <a:off x="4793427" y="5310777"/>
              <a:ext cx="201822"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9" name="Google Shape;10199;p33"/>
            <p:cNvSpPr/>
            <p:nvPr/>
          </p:nvSpPr>
          <p:spPr>
            <a:xfrm>
              <a:off x="5740047" y="5310777"/>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0" name="Google Shape;10200;p33"/>
            <p:cNvSpPr/>
            <p:nvPr/>
          </p:nvSpPr>
          <p:spPr>
            <a:xfrm>
              <a:off x="6685427" y="531077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1" name="Google Shape;10201;p33"/>
            <p:cNvSpPr/>
            <p:nvPr/>
          </p:nvSpPr>
          <p:spPr>
            <a:xfrm>
              <a:off x="63904" y="5310789"/>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2" name="Google Shape;10202;p33"/>
            <p:cNvSpPr/>
            <p:nvPr/>
          </p:nvSpPr>
          <p:spPr>
            <a:xfrm>
              <a:off x="1009283" y="5310789"/>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3" name="Google Shape;10203;p33"/>
            <p:cNvSpPr/>
            <p:nvPr/>
          </p:nvSpPr>
          <p:spPr>
            <a:xfrm>
              <a:off x="1955904" y="5310789"/>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4" name="Google Shape;10204;p33"/>
            <p:cNvSpPr/>
            <p:nvPr/>
          </p:nvSpPr>
          <p:spPr>
            <a:xfrm>
              <a:off x="2901283" y="5310789"/>
              <a:ext cx="201822"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5" name="Google Shape;10205;p33"/>
            <p:cNvSpPr/>
            <p:nvPr/>
          </p:nvSpPr>
          <p:spPr>
            <a:xfrm>
              <a:off x="7668989" y="5340247"/>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6" name="Google Shape;10206;p33"/>
            <p:cNvSpPr/>
            <p:nvPr/>
          </p:nvSpPr>
          <p:spPr>
            <a:xfrm>
              <a:off x="8614395" y="5340247"/>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7" name="Google Shape;10207;p33"/>
            <p:cNvSpPr/>
            <p:nvPr/>
          </p:nvSpPr>
          <p:spPr>
            <a:xfrm>
              <a:off x="3881380" y="5344137"/>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8" name="Google Shape;10208;p33"/>
            <p:cNvSpPr/>
            <p:nvPr/>
          </p:nvSpPr>
          <p:spPr>
            <a:xfrm>
              <a:off x="4826786" y="5344137"/>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9" name="Google Shape;10209;p33"/>
            <p:cNvSpPr/>
            <p:nvPr/>
          </p:nvSpPr>
          <p:spPr>
            <a:xfrm>
              <a:off x="5773380" y="5344137"/>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0" name="Google Shape;10210;p33"/>
            <p:cNvSpPr/>
            <p:nvPr/>
          </p:nvSpPr>
          <p:spPr>
            <a:xfrm>
              <a:off x="6718786" y="5344137"/>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1" name="Google Shape;10211;p33"/>
            <p:cNvSpPr/>
            <p:nvPr/>
          </p:nvSpPr>
          <p:spPr>
            <a:xfrm>
              <a:off x="97237" y="5344149"/>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2" name="Google Shape;10212;p33"/>
            <p:cNvSpPr/>
            <p:nvPr/>
          </p:nvSpPr>
          <p:spPr>
            <a:xfrm>
              <a:off x="1042643" y="5344149"/>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3" name="Google Shape;10213;p33"/>
            <p:cNvSpPr/>
            <p:nvPr/>
          </p:nvSpPr>
          <p:spPr>
            <a:xfrm>
              <a:off x="1989237" y="5344149"/>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4" name="Google Shape;10214;p33"/>
            <p:cNvSpPr/>
            <p:nvPr/>
          </p:nvSpPr>
          <p:spPr>
            <a:xfrm>
              <a:off x="2934643" y="5344149"/>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5" name="Google Shape;10215;p33"/>
            <p:cNvSpPr/>
            <p:nvPr/>
          </p:nvSpPr>
          <p:spPr>
            <a:xfrm>
              <a:off x="7702294" y="5373607"/>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6" name="Google Shape;10216;p33"/>
            <p:cNvSpPr/>
            <p:nvPr/>
          </p:nvSpPr>
          <p:spPr>
            <a:xfrm>
              <a:off x="8647700" y="5373607"/>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7" name="Google Shape;10217;p33"/>
            <p:cNvSpPr/>
            <p:nvPr/>
          </p:nvSpPr>
          <p:spPr>
            <a:xfrm>
              <a:off x="3914685" y="5377496"/>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8" name="Google Shape;10218;p33"/>
            <p:cNvSpPr/>
            <p:nvPr/>
          </p:nvSpPr>
          <p:spPr>
            <a:xfrm>
              <a:off x="4860091" y="5377496"/>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9" name="Google Shape;10219;p33"/>
            <p:cNvSpPr/>
            <p:nvPr/>
          </p:nvSpPr>
          <p:spPr>
            <a:xfrm>
              <a:off x="5806685" y="5377496"/>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0" name="Google Shape;10220;p33"/>
            <p:cNvSpPr/>
            <p:nvPr/>
          </p:nvSpPr>
          <p:spPr>
            <a:xfrm>
              <a:off x="6752091" y="5377496"/>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1" name="Google Shape;10221;p33"/>
            <p:cNvSpPr/>
            <p:nvPr/>
          </p:nvSpPr>
          <p:spPr>
            <a:xfrm>
              <a:off x="130541" y="5377509"/>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2" name="Google Shape;10222;p33"/>
            <p:cNvSpPr/>
            <p:nvPr/>
          </p:nvSpPr>
          <p:spPr>
            <a:xfrm>
              <a:off x="1075948" y="5377509"/>
              <a:ext cx="68558"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3" name="Google Shape;10223;p33"/>
            <p:cNvSpPr/>
            <p:nvPr/>
          </p:nvSpPr>
          <p:spPr>
            <a:xfrm>
              <a:off x="2022541" y="5377509"/>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4" name="Google Shape;10224;p33"/>
            <p:cNvSpPr/>
            <p:nvPr/>
          </p:nvSpPr>
          <p:spPr>
            <a:xfrm>
              <a:off x="2967948" y="5377509"/>
              <a:ext cx="68558"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0225"/>
        <p:cNvGrpSpPr/>
        <p:nvPr/>
      </p:nvGrpSpPr>
      <p:grpSpPr>
        <a:xfrm>
          <a:off x="0" y="0"/>
          <a:ext cx="0" cy="0"/>
          <a:chOff x="0" y="0"/>
          <a:chExt cx="0" cy="0"/>
        </a:xfrm>
      </p:grpSpPr>
      <p:grpSp>
        <p:nvGrpSpPr>
          <p:cNvPr id="10226" name="Google Shape;10226;p34"/>
          <p:cNvGrpSpPr/>
          <p:nvPr/>
        </p:nvGrpSpPr>
        <p:grpSpPr>
          <a:xfrm>
            <a:off x="-191712" y="-172462"/>
            <a:ext cx="9527425" cy="5699797"/>
            <a:chOff x="-191712" y="-172462"/>
            <a:chExt cx="9527425" cy="5699797"/>
          </a:xfrm>
        </p:grpSpPr>
        <p:grpSp>
          <p:nvGrpSpPr>
            <p:cNvPr id="10227" name="Google Shape;10227;p34"/>
            <p:cNvGrpSpPr/>
            <p:nvPr/>
          </p:nvGrpSpPr>
          <p:grpSpPr>
            <a:xfrm rot="10800000" flipH="1">
              <a:off x="-191650" y="-172441"/>
              <a:ext cx="1635167" cy="1636281"/>
              <a:chOff x="-81750" y="3662432"/>
              <a:chExt cx="1635167" cy="1636281"/>
            </a:xfrm>
          </p:grpSpPr>
          <p:sp>
            <p:nvSpPr>
              <p:cNvPr id="10228" name="Google Shape;10228;p34"/>
              <p:cNvSpPr/>
              <p:nvPr/>
            </p:nvSpPr>
            <p:spPr>
              <a:xfrm>
                <a:off x="876214" y="4621510"/>
                <a:ext cx="677203" cy="67720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9" name="Google Shape;10229;p34"/>
              <p:cNvSpPr/>
              <p:nvPr/>
            </p:nvSpPr>
            <p:spPr>
              <a:xfrm>
                <a:off x="909962" y="4655285"/>
                <a:ext cx="609714" cy="609603"/>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0" name="Google Shape;10230;p34"/>
              <p:cNvSpPr/>
              <p:nvPr/>
            </p:nvSpPr>
            <p:spPr>
              <a:xfrm>
                <a:off x="943765" y="4689116"/>
                <a:ext cx="542114" cy="541974"/>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1" name="Google Shape;10231;p34"/>
              <p:cNvSpPr/>
              <p:nvPr/>
            </p:nvSpPr>
            <p:spPr>
              <a:xfrm>
                <a:off x="977512" y="4722946"/>
                <a:ext cx="474625" cy="474346"/>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2" name="Google Shape;10232;p34"/>
              <p:cNvSpPr/>
              <p:nvPr/>
            </p:nvSpPr>
            <p:spPr>
              <a:xfrm>
                <a:off x="1011259" y="4756722"/>
                <a:ext cx="407136" cy="406718"/>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3" name="Google Shape;10233;p34"/>
              <p:cNvSpPr/>
              <p:nvPr/>
            </p:nvSpPr>
            <p:spPr>
              <a:xfrm>
                <a:off x="1045062" y="4790552"/>
                <a:ext cx="339535" cy="339089"/>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4" name="Google Shape;10234;p34"/>
              <p:cNvSpPr/>
              <p:nvPr/>
            </p:nvSpPr>
            <p:spPr>
              <a:xfrm>
                <a:off x="1078809" y="4824411"/>
                <a:ext cx="272046" cy="271433"/>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5" name="Google Shape;10235;p34"/>
              <p:cNvSpPr/>
              <p:nvPr/>
            </p:nvSpPr>
            <p:spPr>
              <a:xfrm>
                <a:off x="1112556" y="4858242"/>
                <a:ext cx="204501" cy="20377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6" name="Google Shape;10236;p34"/>
              <p:cNvSpPr/>
              <p:nvPr/>
            </p:nvSpPr>
            <p:spPr>
              <a:xfrm>
                <a:off x="1146359" y="4892017"/>
                <a:ext cx="136956" cy="136204"/>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7" name="Google Shape;10237;p34"/>
              <p:cNvSpPr/>
              <p:nvPr/>
            </p:nvSpPr>
            <p:spPr>
              <a:xfrm>
                <a:off x="1180107" y="4925848"/>
                <a:ext cx="69467" cy="68576"/>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8" name="Google Shape;10238;p34"/>
              <p:cNvSpPr/>
              <p:nvPr/>
            </p:nvSpPr>
            <p:spPr>
              <a:xfrm>
                <a:off x="395114" y="4141943"/>
                <a:ext cx="677203" cy="677231"/>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9" name="Google Shape;10239;p34"/>
              <p:cNvSpPr/>
              <p:nvPr/>
            </p:nvSpPr>
            <p:spPr>
              <a:xfrm>
                <a:off x="428889" y="4175802"/>
                <a:ext cx="609686" cy="609547"/>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0" name="Google Shape;10240;p34"/>
              <p:cNvSpPr/>
              <p:nvPr/>
            </p:nvSpPr>
            <p:spPr>
              <a:xfrm>
                <a:off x="462637" y="4209605"/>
                <a:ext cx="542141" cy="541919"/>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1" name="Google Shape;10241;p34"/>
              <p:cNvSpPr/>
              <p:nvPr/>
            </p:nvSpPr>
            <p:spPr>
              <a:xfrm>
                <a:off x="496412" y="4243408"/>
                <a:ext cx="474625" cy="474346"/>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2" name="Google Shape;10242;p34"/>
              <p:cNvSpPr/>
              <p:nvPr/>
            </p:nvSpPr>
            <p:spPr>
              <a:xfrm>
                <a:off x="530159" y="4277238"/>
                <a:ext cx="407136" cy="406690"/>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3" name="Google Shape;10243;p34"/>
              <p:cNvSpPr/>
              <p:nvPr/>
            </p:nvSpPr>
            <p:spPr>
              <a:xfrm>
                <a:off x="563934" y="4311041"/>
                <a:ext cx="339535" cy="339061"/>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4" name="Google Shape;10244;p34"/>
              <p:cNvSpPr/>
              <p:nvPr/>
            </p:nvSpPr>
            <p:spPr>
              <a:xfrm>
                <a:off x="597709" y="4344872"/>
                <a:ext cx="272018" cy="271461"/>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5" name="Google Shape;10245;p34"/>
              <p:cNvSpPr/>
              <p:nvPr/>
            </p:nvSpPr>
            <p:spPr>
              <a:xfrm>
                <a:off x="631484" y="4378675"/>
                <a:ext cx="204473" cy="203832"/>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6" name="Google Shape;10246;p34"/>
              <p:cNvSpPr/>
              <p:nvPr/>
            </p:nvSpPr>
            <p:spPr>
              <a:xfrm>
                <a:off x="665259" y="4412478"/>
                <a:ext cx="136929" cy="136204"/>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7" name="Google Shape;10247;p34"/>
              <p:cNvSpPr/>
              <p:nvPr/>
            </p:nvSpPr>
            <p:spPr>
              <a:xfrm>
                <a:off x="699007" y="4446309"/>
                <a:ext cx="69440" cy="68604"/>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48" name="Google Shape;10248;p34"/>
              <p:cNvGrpSpPr/>
              <p:nvPr/>
            </p:nvGrpSpPr>
            <p:grpSpPr>
              <a:xfrm>
                <a:off x="-81750" y="3662432"/>
                <a:ext cx="677203" cy="677231"/>
                <a:chOff x="-81750" y="3662432"/>
                <a:chExt cx="677203" cy="677231"/>
              </a:xfrm>
            </p:grpSpPr>
            <p:sp>
              <p:nvSpPr>
                <p:cNvPr id="10249" name="Google Shape;10249;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0" name="Google Shape;10250;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1" name="Google Shape;10251;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2" name="Google Shape;10252;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3" name="Google Shape;10253;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4" name="Google Shape;10254;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5" name="Google Shape;10255;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6" name="Google Shape;10256;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7" name="Google Shape;10257;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8" name="Google Shape;10258;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59" name="Google Shape;10259;p34"/>
              <p:cNvSpPr/>
              <p:nvPr/>
            </p:nvSpPr>
            <p:spPr>
              <a:xfrm>
                <a:off x="-81750"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0" name="Google Shape;10260;p34"/>
              <p:cNvSpPr/>
              <p:nvPr/>
            </p:nvSpPr>
            <p:spPr>
              <a:xfrm>
                <a:off x="-48003"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1" name="Google Shape;10261;p34"/>
              <p:cNvSpPr/>
              <p:nvPr/>
            </p:nvSpPr>
            <p:spPr>
              <a:xfrm>
                <a:off x="-14200"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2" name="Google Shape;10262;p34"/>
              <p:cNvSpPr/>
              <p:nvPr/>
            </p:nvSpPr>
            <p:spPr>
              <a:xfrm>
                <a:off x="1954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3" name="Google Shape;10263;p34"/>
              <p:cNvSpPr/>
              <p:nvPr/>
            </p:nvSpPr>
            <p:spPr>
              <a:xfrm>
                <a:off x="53323"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4" name="Google Shape;10264;p34"/>
              <p:cNvSpPr/>
              <p:nvPr/>
            </p:nvSpPr>
            <p:spPr>
              <a:xfrm>
                <a:off x="87098"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5" name="Google Shape;10265;p34"/>
              <p:cNvSpPr/>
              <p:nvPr/>
            </p:nvSpPr>
            <p:spPr>
              <a:xfrm>
                <a:off x="120845"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6" name="Google Shape;10266;p34"/>
              <p:cNvSpPr/>
              <p:nvPr/>
            </p:nvSpPr>
            <p:spPr>
              <a:xfrm>
                <a:off x="154620"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7" name="Google Shape;10267;p34"/>
              <p:cNvSpPr/>
              <p:nvPr/>
            </p:nvSpPr>
            <p:spPr>
              <a:xfrm>
                <a:off x="188395"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8" name="Google Shape;10268;p34"/>
              <p:cNvSpPr/>
              <p:nvPr/>
            </p:nvSpPr>
            <p:spPr>
              <a:xfrm>
                <a:off x="222142"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69" name="Google Shape;10269;p34"/>
            <p:cNvGrpSpPr/>
            <p:nvPr/>
          </p:nvGrpSpPr>
          <p:grpSpPr>
            <a:xfrm rot="10800000" flipH="1">
              <a:off x="1443519" y="-172307"/>
              <a:ext cx="694917" cy="677203"/>
              <a:chOff x="1835381" y="4621510"/>
              <a:chExt cx="677175" cy="677203"/>
            </a:xfrm>
          </p:grpSpPr>
          <p:sp>
            <p:nvSpPr>
              <p:cNvPr id="10270" name="Google Shape;10270;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1" name="Google Shape;10271;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2" name="Google Shape;10272;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3" name="Google Shape;10273;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4" name="Google Shape;10274;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5" name="Google Shape;10275;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6" name="Google Shape;10276;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7" name="Google Shape;10277;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8" name="Google Shape;10278;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9" name="Google Shape;10279;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80" name="Google Shape;10280;p34"/>
            <p:cNvGrpSpPr/>
            <p:nvPr/>
          </p:nvGrpSpPr>
          <p:grpSpPr>
            <a:xfrm rot="10800000" flipH="1">
              <a:off x="7700545" y="-172462"/>
              <a:ext cx="1635167" cy="1636281"/>
              <a:chOff x="7590576" y="3658478"/>
              <a:chExt cx="1635167" cy="1636281"/>
            </a:xfrm>
          </p:grpSpPr>
          <p:sp>
            <p:nvSpPr>
              <p:cNvPr id="10281" name="Google Shape;10281;p34"/>
              <p:cNvSpPr/>
              <p:nvPr/>
            </p:nvSpPr>
            <p:spPr>
              <a:xfrm>
                <a:off x="8548540" y="3658478"/>
                <a:ext cx="677203" cy="677231"/>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2" name="Google Shape;10282;p34"/>
              <p:cNvSpPr/>
              <p:nvPr/>
            </p:nvSpPr>
            <p:spPr>
              <a:xfrm>
                <a:off x="8582288" y="3692309"/>
                <a:ext cx="609714" cy="609575"/>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3" name="Google Shape;10283;p34"/>
              <p:cNvSpPr/>
              <p:nvPr/>
            </p:nvSpPr>
            <p:spPr>
              <a:xfrm>
                <a:off x="8616091" y="3726140"/>
                <a:ext cx="542114" cy="541946"/>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4" name="Google Shape;10284;p34"/>
              <p:cNvSpPr/>
              <p:nvPr/>
            </p:nvSpPr>
            <p:spPr>
              <a:xfrm>
                <a:off x="8649838" y="3759915"/>
                <a:ext cx="474625" cy="474346"/>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5" name="Google Shape;10285;p34"/>
              <p:cNvSpPr/>
              <p:nvPr/>
            </p:nvSpPr>
            <p:spPr>
              <a:xfrm>
                <a:off x="8683585" y="3793746"/>
                <a:ext cx="407136" cy="406690"/>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6" name="Google Shape;10286;p34"/>
              <p:cNvSpPr/>
              <p:nvPr/>
            </p:nvSpPr>
            <p:spPr>
              <a:xfrm>
                <a:off x="8717388" y="3827576"/>
                <a:ext cx="339535" cy="339061"/>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7" name="Google Shape;10287;p34"/>
              <p:cNvSpPr/>
              <p:nvPr/>
            </p:nvSpPr>
            <p:spPr>
              <a:xfrm>
                <a:off x="8751135" y="3861351"/>
                <a:ext cx="272046" cy="271461"/>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8" name="Google Shape;10288;p34"/>
              <p:cNvSpPr/>
              <p:nvPr/>
            </p:nvSpPr>
            <p:spPr>
              <a:xfrm>
                <a:off x="8784882" y="3895210"/>
                <a:ext cx="204557" cy="20380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9" name="Google Shape;10289;p34"/>
              <p:cNvSpPr/>
              <p:nvPr/>
            </p:nvSpPr>
            <p:spPr>
              <a:xfrm>
                <a:off x="8818685" y="3929041"/>
                <a:ext cx="136956" cy="136176"/>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0" name="Google Shape;10290;p34"/>
              <p:cNvSpPr/>
              <p:nvPr/>
            </p:nvSpPr>
            <p:spPr>
              <a:xfrm>
                <a:off x="8852433" y="3962844"/>
                <a:ext cx="69467" cy="68548"/>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1" name="Google Shape;10291;p34"/>
              <p:cNvSpPr/>
              <p:nvPr/>
            </p:nvSpPr>
            <p:spPr>
              <a:xfrm>
                <a:off x="8548540" y="4617556"/>
                <a:ext cx="677203" cy="67720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2" name="Google Shape;10292;p34"/>
              <p:cNvSpPr/>
              <p:nvPr/>
            </p:nvSpPr>
            <p:spPr>
              <a:xfrm>
                <a:off x="8582288" y="4651331"/>
                <a:ext cx="609714" cy="609603"/>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3" name="Google Shape;10293;p34"/>
              <p:cNvSpPr/>
              <p:nvPr/>
            </p:nvSpPr>
            <p:spPr>
              <a:xfrm>
                <a:off x="8616091" y="4685162"/>
                <a:ext cx="542114" cy="541974"/>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4" name="Google Shape;10294;p34"/>
              <p:cNvSpPr/>
              <p:nvPr/>
            </p:nvSpPr>
            <p:spPr>
              <a:xfrm>
                <a:off x="8649838" y="4718993"/>
                <a:ext cx="474625" cy="474346"/>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5" name="Google Shape;10295;p34"/>
              <p:cNvSpPr/>
              <p:nvPr/>
            </p:nvSpPr>
            <p:spPr>
              <a:xfrm>
                <a:off x="8683585" y="4752768"/>
                <a:ext cx="407136" cy="406718"/>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6" name="Google Shape;10296;p34"/>
              <p:cNvSpPr/>
              <p:nvPr/>
            </p:nvSpPr>
            <p:spPr>
              <a:xfrm>
                <a:off x="8717388" y="4786599"/>
                <a:ext cx="339535" cy="339089"/>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7" name="Google Shape;10297;p34"/>
              <p:cNvSpPr/>
              <p:nvPr/>
            </p:nvSpPr>
            <p:spPr>
              <a:xfrm>
                <a:off x="8751135" y="4820457"/>
                <a:ext cx="272046" cy="271433"/>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8" name="Google Shape;10298;p34"/>
              <p:cNvSpPr/>
              <p:nvPr/>
            </p:nvSpPr>
            <p:spPr>
              <a:xfrm>
                <a:off x="8784882" y="4854288"/>
                <a:ext cx="204501" cy="20377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9" name="Google Shape;10299;p34"/>
              <p:cNvSpPr/>
              <p:nvPr/>
            </p:nvSpPr>
            <p:spPr>
              <a:xfrm>
                <a:off x="8818685" y="4888063"/>
                <a:ext cx="136956" cy="136204"/>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0" name="Google Shape;10300;p34"/>
              <p:cNvSpPr/>
              <p:nvPr/>
            </p:nvSpPr>
            <p:spPr>
              <a:xfrm>
                <a:off x="8852433" y="4921894"/>
                <a:ext cx="69467" cy="68576"/>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1" name="Google Shape;10301;p34"/>
              <p:cNvSpPr/>
              <p:nvPr/>
            </p:nvSpPr>
            <p:spPr>
              <a:xfrm>
                <a:off x="8067440" y="4137989"/>
                <a:ext cx="677203" cy="677231"/>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2" name="Google Shape;10302;p34"/>
              <p:cNvSpPr/>
              <p:nvPr/>
            </p:nvSpPr>
            <p:spPr>
              <a:xfrm>
                <a:off x="8101215" y="4171848"/>
                <a:ext cx="609686" cy="609547"/>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3" name="Google Shape;10303;p34"/>
              <p:cNvSpPr/>
              <p:nvPr/>
            </p:nvSpPr>
            <p:spPr>
              <a:xfrm>
                <a:off x="8134963" y="4205651"/>
                <a:ext cx="542141" cy="541919"/>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4" name="Google Shape;10304;p34"/>
              <p:cNvSpPr/>
              <p:nvPr/>
            </p:nvSpPr>
            <p:spPr>
              <a:xfrm>
                <a:off x="8168738" y="4239454"/>
                <a:ext cx="474625" cy="474346"/>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5" name="Google Shape;10305;p34"/>
              <p:cNvSpPr/>
              <p:nvPr/>
            </p:nvSpPr>
            <p:spPr>
              <a:xfrm>
                <a:off x="8202485" y="4273284"/>
                <a:ext cx="407136" cy="406690"/>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6" name="Google Shape;10306;p34"/>
              <p:cNvSpPr/>
              <p:nvPr/>
            </p:nvSpPr>
            <p:spPr>
              <a:xfrm>
                <a:off x="8236260" y="4307087"/>
                <a:ext cx="339535" cy="339061"/>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7" name="Google Shape;10307;p34"/>
              <p:cNvSpPr/>
              <p:nvPr/>
            </p:nvSpPr>
            <p:spPr>
              <a:xfrm>
                <a:off x="8270035" y="4340918"/>
                <a:ext cx="272018" cy="271461"/>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8" name="Google Shape;10308;p34"/>
              <p:cNvSpPr/>
              <p:nvPr/>
            </p:nvSpPr>
            <p:spPr>
              <a:xfrm>
                <a:off x="8303810" y="4374721"/>
                <a:ext cx="204473" cy="203832"/>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9" name="Google Shape;10309;p34"/>
              <p:cNvSpPr/>
              <p:nvPr/>
            </p:nvSpPr>
            <p:spPr>
              <a:xfrm>
                <a:off x="8337585" y="4408524"/>
                <a:ext cx="136929" cy="136204"/>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0" name="Google Shape;10310;p34"/>
              <p:cNvSpPr/>
              <p:nvPr/>
            </p:nvSpPr>
            <p:spPr>
              <a:xfrm>
                <a:off x="8371333" y="4442355"/>
                <a:ext cx="69440" cy="68604"/>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1" name="Google Shape;10311;p34"/>
              <p:cNvSpPr/>
              <p:nvPr/>
            </p:nvSpPr>
            <p:spPr>
              <a:xfrm>
                <a:off x="7590576" y="4617556"/>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2" name="Google Shape;10312;p34"/>
              <p:cNvSpPr/>
              <p:nvPr/>
            </p:nvSpPr>
            <p:spPr>
              <a:xfrm>
                <a:off x="7624323" y="4651331"/>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3" name="Google Shape;10313;p34"/>
              <p:cNvSpPr/>
              <p:nvPr/>
            </p:nvSpPr>
            <p:spPr>
              <a:xfrm>
                <a:off x="7658126" y="4685162"/>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4" name="Google Shape;10314;p34"/>
              <p:cNvSpPr/>
              <p:nvPr/>
            </p:nvSpPr>
            <p:spPr>
              <a:xfrm>
                <a:off x="7691873" y="4718993"/>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5" name="Google Shape;10315;p34"/>
              <p:cNvSpPr/>
              <p:nvPr/>
            </p:nvSpPr>
            <p:spPr>
              <a:xfrm>
                <a:off x="7725649" y="4752768"/>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6" name="Google Shape;10316;p34"/>
              <p:cNvSpPr/>
              <p:nvPr/>
            </p:nvSpPr>
            <p:spPr>
              <a:xfrm>
                <a:off x="7759424" y="4786599"/>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7" name="Google Shape;10317;p34"/>
              <p:cNvSpPr/>
              <p:nvPr/>
            </p:nvSpPr>
            <p:spPr>
              <a:xfrm>
                <a:off x="7793171" y="4820457"/>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8" name="Google Shape;10318;p34"/>
              <p:cNvSpPr/>
              <p:nvPr/>
            </p:nvSpPr>
            <p:spPr>
              <a:xfrm>
                <a:off x="7826946" y="4854288"/>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9" name="Google Shape;10319;p34"/>
              <p:cNvSpPr/>
              <p:nvPr/>
            </p:nvSpPr>
            <p:spPr>
              <a:xfrm>
                <a:off x="7860721" y="4888063"/>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0" name="Google Shape;10320;p34"/>
              <p:cNvSpPr/>
              <p:nvPr/>
            </p:nvSpPr>
            <p:spPr>
              <a:xfrm>
                <a:off x="7894468" y="4921894"/>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21" name="Google Shape;10321;p34"/>
            <p:cNvGrpSpPr/>
            <p:nvPr/>
          </p:nvGrpSpPr>
          <p:grpSpPr>
            <a:xfrm rot="10800000" flipH="1">
              <a:off x="2138438" y="-172307"/>
              <a:ext cx="694917" cy="677203"/>
              <a:chOff x="1835381" y="4621510"/>
              <a:chExt cx="677175" cy="677203"/>
            </a:xfrm>
          </p:grpSpPr>
          <p:sp>
            <p:nvSpPr>
              <p:cNvPr id="10322" name="Google Shape;10322;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3" name="Google Shape;10323;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4" name="Google Shape;10324;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5" name="Google Shape;10325;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6" name="Google Shape;10326;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7" name="Google Shape;10327;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8" name="Google Shape;10328;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9" name="Google Shape;10329;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0" name="Google Shape;10330;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1" name="Google Shape;10331;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32" name="Google Shape;10332;p34"/>
            <p:cNvGrpSpPr/>
            <p:nvPr/>
          </p:nvGrpSpPr>
          <p:grpSpPr>
            <a:xfrm rot="10800000" flipH="1">
              <a:off x="2833357" y="-172307"/>
              <a:ext cx="694917" cy="677203"/>
              <a:chOff x="1835381" y="4621510"/>
              <a:chExt cx="677175" cy="677203"/>
            </a:xfrm>
          </p:grpSpPr>
          <p:sp>
            <p:nvSpPr>
              <p:cNvPr id="10333" name="Google Shape;10333;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4" name="Google Shape;10334;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5" name="Google Shape;10335;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6" name="Google Shape;10336;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7" name="Google Shape;10337;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8" name="Google Shape;10338;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9" name="Google Shape;10339;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0" name="Google Shape;10340;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1" name="Google Shape;10341;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2" name="Google Shape;10342;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3" name="Google Shape;10343;p34"/>
            <p:cNvGrpSpPr/>
            <p:nvPr/>
          </p:nvGrpSpPr>
          <p:grpSpPr>
            <a:xfrm rot="10800000" flipH="1">
              <a:off x="3528276" y="-172307"/>
              <a:ext cx="694917" cy="677203"/>
              <a:chOff x="1835381" y="4621510"/>
              <a:chExt cx="677175" cy="677203"/>
            </a:xfrm>
          </p:grpSpPr>
          <p:sp>
            <p:nvSpPr>
              <p:cNvPr id="10344" name="Google Shape;10344;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5" name="Google Shape;10345;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6" name="Google Shape;10346;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7" name="Google Shape;10347;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8" name="Google Shape;10348;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9" name="Google Shape;10349;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0" name="Google Shape;10350;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1" name="Google Shape;10351;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2" name="Google Shape;10352;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3" name="Google Shape;10353;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54" name="Google Shape;10354;p34"/>
            <p:cNvGrpSpPr/>
            <p:nvPr/>
          </p:nvGrpSpPr>
          <p:grpSpPr>
            <a:xfrm rot="10800000" flipH="1">
              <a:off x="4225947" y="-172307"/>
              <a:ext cx="694917" cy="677203"/>
              <a:chOff x="1835381" y="4621510"/>
              <a:chExt cx="677175" cy="677203"/>
            </a:xfrm>
          </p:grpSpPr>
          <p:sp>
            <p:nvSpPr>
              <p:cNvPr id="10355" name="Google Shape;10355;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6" name="Google Shape;10356;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7" name="Google Shape;10357;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8" name="Google Shape;10358;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9" name="Google Shape;10359;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0" name="Google Shape;10360;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1" name="Google Shape;10361;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2" name="Google Shape;10362;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3" name="Google Shape;10363;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4" name="Google Shape;10364;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65" name="Google Shape;10365;p34"/>
            <p:cNvGrpSpPr/>
            <p:nvPr/>
          </p:nvGrpSpPr>
          <p:grpSpPr>
            <a:xfrm rot="10800000" flipH="1">
              <a:off x="4920866" y="-172307"/>
              <a:ext cx="694917" cy="677203"/>
              <a:chOff x="1835381" y="4621510"/>
              <a:chExt cx="677175" cy="677203"/>
            </a:xfrm>
          </p:grpSpPr>
          <p:sp>
            <p:nvSpPr>
              <p:cNvPr id="10366" name="Google Shape;10366;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7" name="Google Shape;10367;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8" name="Google Shape;10368;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9" name="Google Shape;10369;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0" name="Google Shape;10370;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1" name="Google Shape;10371;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2" name="Google Shape;10372;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3" name="Google Shape;10373;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4" name="Google Shape;10374;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5" name="Google Shape;10375;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76" name="Google Shape;10376;p34"/>
            <p:cNvGrpSpPr/>
            <p:nvPr/>
          </p:nvGrpSpPr>
          <p:grpSpPr>
            <a:xfrm rot="10800000" flipH="1">
              <a:off x="5615786" y="-172307"/>
              <a:ext cx="694917" cy="677203"/>
              <a:chOff x="1835381" y="4621510"/>
              <a:chExt cx="677175" cy="677203"/>
            </a:xfrm>
          </p:grpSpPr>
          <p:sp>
            <p:nvSpPr>
              <p:cNvPr id="10377" name="Google Shape;10377;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8" name="Google Shape;10378;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9" name="Google Shape;10379;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0" name="Google Shape;10380;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1" name="Google Shape;10381;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2" name="Google Shape;10382;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3" name="Google Shape;10383;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4" name="Google Shape;10384;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5" name="Google Shape;10385;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6" name="Google Shape;10386;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87" name="Google Shape;10387;p34"/>
            <p:cNvGrpSpPr/>
            <p:nvPr/>
          </p:nvGrpSpPr>
          <p:grpSpPr>
            <a:xfrm rot="10800000" flipH="1">
              <a:off x="6310705" y="-172307"/>
              <a:ext cx="694917" cy="677203"/>
              <a:chOff x="1835381" y="4621510"/>
              <a:chExt cx="677175" cy="677203"/>
            </a:xfrm>
          </p:grpSpPr>
          <p:sp>
            <p:nvSpPr>
              <p:cNvPr id="10388" name="Google Shape;10388;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9" name="Google Shape;10389;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0" name="Google Shape;10390;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1" name="Google Shape;10391;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2" name="Google Shape;10392;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3" name="Google Shape;10393;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4" name="Google Shape;10394;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5" name="Google Shape;10395;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6" name="Google Shape;10396;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7" name="Google Shape;10397;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8" name="Google Shape;10398;p34"/>
            <p:cNvGrpSpPr/>
            <p:nvPr/>
          </p:nvGrpSpPr>
          <p:grpSpPr>
            <a:xfrm rot="10800000" flipH="1">
              <a:off x="7005624" y="-172307"/>
              <a:ext cx="694917" cy="677203"/>
              <a:chOff x="1835381" y="4621510"/>
              <a:chExt cx="677175" cy="677203"/>
            </a:xfrm>
          </p:grpSpPr>
          <p:sp>
            <p:nvSpPr>
              <p:cNvPr id="10399" name="Google Shape;10399;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0" name="Google Shape;10400;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1" name="Google Shape;10401;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2" name="Google Shape;10402;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3" name="Google Shape;10403;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4" name="Google Shape;10404;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5" name="Google Shape;10405;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6" name="Google Shape;10406;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7" name="Google Shape;10407;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8" name="Google Shape;10408;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09" name="Google Shape;10409;p34"/>
            <p:cNvGrpSpPr/>
            <p:nvPr/>
          </p:nvGrpSpPr>
          <p:grpSpPr>
            <a:xfrm rot="10800000" flipH="1">
              <a:off x="-191637" y="1463859"/>
              <a:ext cx="677203" cy="677231"/>
              <a:chOff x="-81750" y="3662432"/>
              <a:chExt cx="677203" cy="677231"/>
            </a:xfrm>
          </p:grpSpPr>
          <p:sp>
            <p:nvSpPr>
              <p:cNvPr id="10410" name="Google Shape;10410;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1" name="Google Shape;10411;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2" name="Google Shape;10412;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3" name="Google Shape;10413;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4" name="Google Shape;10414;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5" name="Google Shape;10415;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6" name="Google Shape;10416;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7" name="Google Shape;10417;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8" name="Google Shape;10418;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9" name="Google Shape;10419;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20" name="Google Shape;10420;p34"/>
            <p:cNvGrpSpPr/>
            <p:nvPr/>
          </p:nvGrpSpPr>
          <p:grpSpPr>
            <a:xfrm rot="10800000" flipH="1">
              <a:off x="-191687" y="2141109"/>
              <a:ext cx="677203" cy="677231"/>
              <a:chOff x="-81750" y="3662432"/>
              <a:chExt cx="677203" cy="677231"/>
            </a:xfrm>
          </p:grpSpPr>
          <p:sp>
            <p:nvSpPr>
              <p:cNvPr id="10421" name="Google Shape;10421;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2" name="Google Shape;10422;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3" name="Google Shape;10423;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4" name="Google Shape;10424;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5" name="Google Shape;10425;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6" name="Google Shape;10426;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7" name="Google Shape;10427;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8" name="Google Shape;10428;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9" name="Google Shape;10429;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0" name="Google Shape;10430;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31" name="Google Shape;10431;p34"/>
            <p:cNvGrpSpPr/>
            <p:nvPr/>
          </p:nvGrpSpPr>
          <p:grpSpPr>
            <a:xfrm rot="10800000" flipH="1">
              <a:off x="-191675" y="2818359"/>
              <a:ext cx="677203" cy="677231"/>
              <a:chOff x="-81750" y="3662432"/>
              <a:chExt cx="677203" cy="677231"/>
            </a:xfrm>
          </p:grpSpPr>
          <p:sp>
            <p:nvSpPr>
              <p:cNvPr id="10432" name="Google Shape;10432;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3" name="Google Shape;10433;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4" name="Google Shape;10434;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5" name="Google Shape;10435;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6" name="Google Shape;10436;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7" name="Google Shape;10437;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8" name="Google Shape;10438;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9" name="Google Shape;10439;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0" name="Google Shape;10440;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1" name="Google Shape;10441;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2" name="Google Shape;10442;p34"/>
            <p:cNvGrpSpPr/>
            <p:nvPr/>
          </p:nvGrpSpPr>
          <p:grpSpPr>
            <a:xfrm rot="10800000" flipH="1">
              <a:off x="8658494" y="1463859"/>
              <a:ext cx="677203" cy="677231"/>
              <a:chOff x="-81750" y="3662432"/>
              <a:chExt cx="677203" cy="677231"/>
            </a:xfrm>
          </p:grpSpPr>
          <p:sp>
            <p:nvSpPr>
              <p:cNvPr id="10443" name="Google Shape;10443;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4" name="Google Shape;10444;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5" name="Google Shape;10445;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6" name="Google Shape;10446;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7" name="Google Shape;10447;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8" name="Google Shape;10448;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9" name="Google Shape;10449;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0" name="Google Shape;10450;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1" name="Google Shape;10451;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2" name="Google Shape;10452;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53" name="Google Shape;10453;p34"/>
            <p:cNvGrpSpPr/>
            <p:nvPr/>
          </p:nvGrpSpPr>
          <p:grpSpPr>
            <a:xfrm rot="10800000" flipH="1">
              <a:off x="8658507" y="2141109"/>
              <a:ext cx="677203" cy="677231"/>
              <a:chOff x="-81750" y="3662432"/>
              <a:chExt cx="677203" cy="677231"/>
            </a:xfrm>
          </p:grpSpPr>
          <p:sp>
            <p:nvSpPr>
              <p:cNvPr id="10454" name="Google Shape;10454;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5" name="Google Shape;10455;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6" name="Google Shape;10456;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7" name="Google Shape;10457;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8" name="Google Shape;10458;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9" name="Google Shape;10459;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0" name="Google Shape;10460;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1" name="Google Shape;10461;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2" name="Google Shape;10462;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3" name="Google Shape;10463;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64" name="Google Shape;10464;p34"/>
            <p:cNvGrpSpPr/>
            <p:nvPr/>
          </p:nvGrpSpPr>
          <p:grpSpPr>
            <a:xfrm rot="10800000" flipH="1">
              <a:off x="8658469" y="2818359"/>
              <a:ext cx="677203" cy="677231"/>
              <a:chOff x="-81750" y="3662432"/>
              <a:chExt cx="677203" cy="677231"/>
            </a:xfrm>
          </p:grpSpPr>
          <p:sp>
            <p:nvSpPr>
              <p:cNvPr id="10465" name="Google Shape;10465;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6" name="Google Shape;10466;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7" name="Google Shape;10467;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8" name="Google Shape;10468;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9" name="Google Shape;10469;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0" name="Google Shape;10470;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1" name="Google Shape;10471;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2" name="Google Shape;10472;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3" name="Google Shape;10473;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4" name="Google Shape;10474;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75" name="Google Shape;10475;p34"/>
            <p:cNvGrpSpPr/>
            <p:nvPr/>
          </p:nvGrpSpPr>
          <p:grpSpPr>
            <a:xfrm rot="10800000" flipH="1">
              <a:off x="485519" y="4850117"/>
              <a:ext cx="680832" cy="677203"/>
              <a:chOff x="1835381" y="4621510"/>
              <a:chExt cx="677175" cy="677203"/>
            </a:xfrm>
          </p:grpSpPr>
          <p:sp>
            <p:nvSpPr>
              <p:cNvPr id="10476" name="Google Shape;10476;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7" name="Google Shape;10477;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8" name="Google Shape;10478;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9" name="Google Shape;10479;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0" name="Google Shape;10480;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1" name="Google Shape;10481;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2" name="Google Shape;10482;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3" name="Google Shape;10483;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4" name="Google Shape;10484;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5" name="Google Shape;10485;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86" name="Google Shape;10486;p34"/>
            <p:cNvGrpSpPr/>
            <p:nvPr/>
          </p:nvGrpSpPr>
          <p:grpSpPr>
            <a:xfrm rot="10800000" flipH="1">
              <a:off x="1166371" y="4850117"/>
              <a:ext cx="680832" cy="677203"/>
              <a:chOff x="1835381" y="4621510"/>
              <a:chExt cx="677175" cy="677203"/>
            </a:xfrm>
          </p:grpSpPr>
          <p:sp>
            <p:nvSpPr>
              <p:cNvPr id="10487" name="Google Shape;10487;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8" name="Google Shape;10488;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9" name="Google Shape;10489;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0" name="Google Shape;10490;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1" name="Google Shape;10491;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2" name="Google Shape;10492;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3" name="Google Shape;10493;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4" name="Google Shape;10494;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5" name="Google Shape;10495;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6" name="Google Shape;10496;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97" name="Google Shape;10497;p34"/>
            <p:cNvGrpSpPr/>
            <p:nvPr/>
          </p:nvGrpSpPr>
          <p:grpSpPr>
            <a:xfrm rot="10800000" flipH="1">
              <a:off x="1847224" y="4850117"/>
              <a:ext cx="680832" cy="677203"/>
              <a:chOff x="1835381" y="4621510"/>
              <a:chExt cx="677175" cy="677203"/>
            </a:xfrm>
          </p:grpSpPr>
          <p:sp>
            <p:nvSpPr>
              <p:cNvPr id="10498" name="Google Shape;10498;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9" name="Google Shape;10499;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0" name="Google Shape;10500;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1" name="Google Shape;10501;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2" name="Google Shape;10502;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3" name="Google Shape;10503;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4" name="Google Shape;10504;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5" name="Google Shape;10505;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6" name="Google Shape;10506;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7" name="Google Shape;10507;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08" name="Google Shape;10508;p34"/>
            <p:cNvGrpSpPr/>
            <p:nvPr/>
          </p:nvGrpSpPr>
          <p:grpSpPr>
            <a:xfrm rot="10800000" flipH="1">
              <a:off x="2528076" y="4850117"/>
              <a:ext cx="680832" cy="677203"/>
              <a:chOff x="1835381" y="4621510"/>
              <a:chExt cx="677175" cy="677203"/>
            </a:xfrm>
          </p:grpSpPr>
          <p:sp>
            <p:nvSpPr>
              <p:cNvPr id="10509" name="Google Shape;10509;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0" name="Google Shape;10510;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1" name="Google Shape;10511;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2" name="Google Shape;10512;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3" name="Google Shape;10513;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4" name="Google Shape;10514;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5" name="Google Shape;10515;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6" name="Google Shape;10516;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7" name="Google Shape;10517;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8" name="Google Shape;10518;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19" name="Google Shape;10519;p34"/>
            <p:cNvGrpSpPr/>
            <p:nvPr/>
          </p:nvGrpSpPr>
          <p:grpSpPr>
            <a:xfrm rot="10800000" flipH="1">
              <a:off x="3211624" y="4850117"/>
              <a:ext cx="680832" cy="677203"/>
              <a:chOff x="1835381" y="4621510"/>
              <a:chExt cx="677175" cy="677203"/>
            </a:xfrm>
          </p:grpSpPr>
          <p:sp>
            <p:nvSpPr>
              <p:cNvPr id="10520" name="Google Shape;10520;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1" name="Google Shape;10521;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2" name="Google Shape;10522;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3" name="Google Shape;10523;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4" name="Google Shape;10524;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5" name="Google Shape;10525;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6" name="Google Shape;10526;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7" name="Google Shape;10527;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8" name="Google Shape;10528;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9" name="Google Shape;10529;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30" name="Google Shape;10530;p34"/>
            <p:cNvGrpSpPr/>
            <p:nvPr/>
          </p:nvGrpSpPr>
          <p:grpSpPr>
            <a:xfrm rot="10800000" flipH="1">
              <a:off x="3892477" y="4850117"/>
              <a:ext cx="680832" cy="677203"/>
              <a:chOff x="1835381" y="4621510"/>
              <a:chExt cx="677175" cy="677203"/>
            </a:xfrm>
          </p:grpSpPr>
          <p:sp>
            <p:nvSpPr>
              <p:cNvPr id="10531" name="Google Shape;10531;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2" name="Google Shape;10532;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3" name="Google Shape;10533;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4" name="Google Shape;10534;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5" name="Google Shape;10535;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6" name="Google Shape;10536;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7" name="Google Shape;10537;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8" name="Google Shape;10538;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9" name="Google Shape;10539;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0" name="Google Shape;10540;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1" name="Google Shape;10541;p34"/>
            <p:cNvGrpSpPr/>
            <p:nvPr/>
          </p:nvGrpSpPr>
          <p:grpSpPr>
            <a:xfrm rot="10800000" flipH="1">
              <a:off x="4573329" y="4850117"/>
              <a:ext cx="680832" cy="677203"/>
              <a:chOff x="1835381" y="4621510"/>
              <a:chExt cx="677175" cy="677203"/>
            </a:xfrm>
          </p:grpSpPr>
          <p:sp>
            <p:nvSpPr>
              <p:cNvPr id="10542" name="Google Shape;10542;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3" name="Google Shape;10543;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4" name="Google Shape;10544;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5" name="Google Shape;10545;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6" name="Google Shape;10546;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7" name="Google Shape;10547;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8" name="Google Shape;10548;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9" name="Google Shape;10549;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0" name="Google Shape;10550;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1" name="Google Shape;10551;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52" name="Google Shape;10552;p34"/>
            <p:cNvGrpSpPr/>
            <p:nvPr/>
          </p:nvGrpSpPr>
          <p:grpSpPr>
            <a:xfrm rot="10800000" flipH="1">
              <a:off x="5254182" y="4850117"/>
              <a:ext cx="680832" cy="677203"/>
              <a:chOff x="1835381" y="4621510"/>
              <a:chExt cx="677175" cy="677203"/>
            </a:xfrm>
          </p:grpSpPr>
          <p:sp>
            <p:nvSpPr>
              <p:cNvPr id="10553" name="Google Shape;10553;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4" name="Google Shape;10554;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5" name="Google Shape;10555;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6" name="Google Shape;10556;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7" name="Google Shape;10557;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8" name="Google Shape;10558;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9" name="Google Shape;10559;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0" name="Google Shape;10560;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1" name="Google Shape;10561;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2" name="Google Shape;10562;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63" name="Google Shape;10563;p34"/>
            <p:cNvGrpSpPr/>
            <p:nvPr/>
          </p:nvGrpSpPr>
          <p:grpSpPr>
            <a:xfrm rot="10800000" flipH="1">
              <a:off x="5935034" y="4850117"/>
              <a:ext cx="680832" cy="677203"/>
              <a:chOff x="1835381" y="4621510"/>
              <a:chExt cx="677175" cy="677203"/>
            </a:xfrm>
          </p:grpSpPr>
          <p:sp>
            <p:nvSpPr>
              <p:cNvPr id="10564" name="Google Shape;10564;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5" name="Google Shape;10565;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6" name="Google Shape;10566;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7" name="Google Shape;10567;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8" name="Google Shape;10568;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9" name="Google Shape;10569;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0" name="Google Shape;10570;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1" name="Google Shape;10571;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2" name="Google Shape;10572;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3" name="Google Shape;10573;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4" name="Google Shape;10574;p34"/>
            <p:cNvGrpSpPr/>
            <p:nvPr/>
          </p:nvGrpSpPr>
          <p:grpSpPr>
            <a:xfrm rot="10800000" flipH="1">
              <a:off x="-191662" y="3495609"/>
              <a:ext cx="677203" cy="677231"/>
              <a:chOff x="-81750" y="3662432"/>
              <a:chExt cx="677203" cy="677231"/>
            </a:xfrm>
          </p:grpSpPr>
          <p:sp>
            <p:nvSpPr>
              <p:cNvPr id="10575" name="Google Shape;10575;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6" name="Google Shape;10576;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7" name="Google Shape;10577;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8" name="Google Shape;10578;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9" name="Google Shape;10579;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0" name="Google Shape;10580;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1" name="Google Shape;10581;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2" name="Google Shape;10582;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3" name="Google Shape;10583;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4" name="Google Shape;10584;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5" name="Google Shape;10585;p34"/>
            <p:cNvGrpSpPr/>
            <p:nvPr/>
          </p:nvGrpSpPr>
          <p:grpSpPr>
            <a:xfrm rot="10800000" flipH="1">
              <a:off x="-191712" y="4172859"/>
              <a:ext cx="677203" cy="677231"/>
              <a:chOff x="-81750" y="3662432"/>
              <a:chExt cx="677203" cy="677231"/>
            </a:xfrm>
          </p:grpSpPr>
          <p:sp>
            <p:nvSpPr>
              <p:cNvPr id="10586" name="Google Shape;10586;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7" name="Google Shape;10587;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8" name="Google Shape;10588;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9" name="Google Shape;10589;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0" name="Google Shape;10590;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1" name="Google Shape;10591;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2" name="Google Shape;10592;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3" name="Google Shape;10593;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4" name="Google Shape;10594;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5" name="Google Shape;10595;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6" name="Google Shape;10596;p34"/>
            <p:cNvGrpSpPr/>
            <p:nvPr/>
          </p:nvGrpSpPr>
          <p:grpSpPr>
            <a:xfrm rot="10800000" flipH="1">
              <a:off x="-191700" y="4850103"/>
              <a:ext cx="677203" cy="677231"/>
              <a:chOff x="-81750" y="3662432"/>
              <a:chExt cx="677203" cy="677231"/>
            </a:xfrm>
          </p:grpSpPr>
          <p:sp>
            <p:nvSpPr>
              <p:cNvPr id="10597" name="Google Shape;10597;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8" name="Google Shape;10598;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9" name="Google Shape;10599;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0" name="Google Shape;10600;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1" name="Google Shape;10601;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2" name="Google Shape;10602;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3" name="Google Shape;10603;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4" name="Google Shape;10604;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5" name="Google Shape;10605;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6" name="Google Shape;10606;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07" name="Google Shape;10607;p34"/>
            <p:cNvGrpSpPr/>
            <p:nvPr/>
          </p:nvGrpSpPr>
          <p:grpSpPr>
            <a:xfrm rot="10800000" flipH="1">
              <a:off x="8658469" y="3495634"/>
              <a:ext cx="677203" cy="677231"/>
              <a:chOff x="-81750" y="3662432"/>
              <a:chExt cx="677203" cy="677231"/>
            </a:xfrm>
          </p:grpSpPr>
          <p:sp>
            <p:nvSpPr>
              <p:cNvPr id="10608" name="Google Shape;10608;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9" name="Google Shape;10609;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0" name="Google Shape;10610;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1" name="Google Shape;10611;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2" name="Google Shape;10612;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3" name="Google Shape;10613;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4" name="Google Shape;10614;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5" name="Google Shape;10615;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6" name="Google Shape;10616;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7" name="Google Shape;10617;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18" name="Google Shape;10618;p34"/>
            <p:cNvGrpSpPr/>
            <p:nvPr/>
          </p:nvGrpSpPr>
          <p:grpSpPr>
            <a:xfrm rot="10800000" flipH="1">
              <a:off x="8658494" y="4172859"/>
              <a:ext cx="677203" cy="677231"/>
              <a:chOff x="-81750" y="3662432"/>
              <a:chExt cx="677203" cy="677231"/>
            </a:xfrm>
          </p:grpSpPr>
          <p:sp>
            <p:nvSpPr>
              <p:cNvPr id="10619" name="Google Shape;10619;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0" name="Google Shape;10620;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1" name="Google Shape;10621;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2" name="Google Shape;10622;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3" name="Google Shape;10623;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4" name="Google Shape;10624;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5" name="Google Shape;10625;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6" name="Google Shape;10626;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7" name="Google Shape;10627;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8" name="Google Shape;10628;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29" name="Google Shape;10629;p34"/>
            <p:cNvGrpSpPr/>
            <p:nvPr/>
          </p:nvGrpSpPr>
          <p:grpSpPr>
            <a:xfrm rot="10800000" flipH="1">
              <a:off x="8658457" y="4850103"/>
              <a:ext cx="677203" cy="677231"/>
              <a:chOff x="-81750" y="3662432"/>
              <a:chExt cx="677203" cy="677231"/>
            </a:xfrm>
          </p:grpSpPr>
          <p:sp>
            <p:nvSpPr>
              <p:cNvPr id="10630" name="Google Shape;10630;p34"/>
              <p:cNvSpPr/>
              <p:nvPr/>
            </p:nvSpPr>
            <p:spPr>
              <a:xfrm>
                <a:off x="-81750" y="3662432"/>
                <a:ext cx="677203" cy="677231"/>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1" name="Google Shape;10631;p34"/>
              <p:cNvSpPr/>
              <p:nvPr/>
            </p:nvSpPr>
            <p:spPr>
              <a:xfrm>
                <a:off x="-47975" y="3696263"/>
                <a:ext cx="609630" cy="609575"/>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2" name="Google Shape;10632;p34"/>
              <p:cNvSpPr/>
              <p:nvPr/>
            </p:nvSpPr>
            <p:spPr>
              <a:xfrm>
                <a:off x="-14200" y="3730094"/>
                <a:ext cx="542114" cy="541946"/>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3" name="Google Shape;10633;p34"/>
              <p:cNvSpPr/>
              <p:nvPr/>
            </p:nvSpPr>
            <p:spPr>
              <a:xfrm>
                <a:off x="19548" y="3763869"/>
                <a:ext cx="474569" cy="474346"/>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4" name="Google Shape;10634;p34"/>
              <p:cNvSpPr/>
              <p:nvPr/>
            </p:nvSpPr>
            <p:spPr>
              <a:xfrm>
                <a:off x="53323" y="3797699"/>
                <a:ext cx="407052" cy="406690"/>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5" name="Google Shape;10635;p34"/>
              <p:cNvSpPr/>
              <p:nvPr/>
            </p:nvSpPr>
            <p:spPr>
              <a:xfrm>
                <a:off x="87098" y="3831530"/>
                <a:ext cx="339535" cy="339061"/>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6" name="Google Shape;10636;p34"/>
              <p:cNvSpPr/>
              <p:nvPr/>
            </p:nvSpPr>
            <p:spPr>
              <a:xfrm>
                <a:off x="120845" y="3865305"/>
                <a:ext cx="272018" cy="271461"/>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7" name="Google Shape;10637;p34"/>
              <p:cNvSpPr/>
              <p:nvPr/>
            </p:nvSpPr>
            <p:spPr>
              <a:xfrm>
                <a:off x="154620" y="3899164"/>
                <a:ext cx="204473" cy="20380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8" name="Google Shape;10638;p34"/>
              <p:cNvSpPr/>
              <p:nvPr/>
            </p:nvSpPr>
            <p:spPr>
              <a:xfrm>
                <a:off x="188395" y="3932995"/>
                <a:ext cx="136929" cy="136176"/>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9" name="Google Shape;10639;p34"/>
              <p:cNvSpPr/>
              <p:nvPr/>
            </p:nvSpPr>
            <p:spPr>
              <a:xfrm>
                <a:off x="222142" y="3966798"/>
                <a:ext cx="69440" cy="68548"/>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40" name="Google Shape;10640;p34"/>
            <p:cNvGrpSpPr/>
            <p:nvPr/>
          </p:nvGrpSpPr>
          <p:grpSpPr>
            <a:xfrm rot="10800000" flipH="1">
              <a:off x="6615887" y="4850117"/>
              <a:ext cx="680832" cy="677203"/>
              <a:chOff x="1835381" y="4621510"/>
              <a:chExt cx="677175" cy="677203"/>
            </a:xfrm>
          </p:grpSpPr>
          <p:sp>
            <p:nvSpPr>
              <p:cNvPr id="10641" name="Google Shape;10641;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2" name="Google Shape;10642;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3" name="Google Shape;10643;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4" name="Google Shape;10644;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5" name="Google Shape;10645;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6" name="Google Shape;10646;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7" name="Google Shape;10647;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8" name="Google Shape;10648;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9" name="Google Shape;10649;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0" name="Google Shape;10650;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51" name="Google Shape;10651;p34"/>
            <p:cNvGrpSpPr/>
            <p:nvPr/>
          </p:nvGrpSpPr>
          <p:grpSpPr>
            <a:xfrm rot="10800000" flipH="1">
              <a:off x="7296739" y="4850117"/>
              <a:ext cx="680832" cy="677203"/>
              <a:chOff x="1835381" y="4621510"/>
              <a:chExt cx="677175" cy="677203"/>
            </a:xfrm>
          </p:grpSpPr>
          <p:sp>
            <p:nvSpPr>
              <p:cNvPr id="10652" name="Google Shape;10652;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3" name="Google Shape;10653;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4" name="Google Shape;10654;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5" name="Google Shape;10655;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6" name="Google Shape;10656;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7" name="Google Shape;10657;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8" name="Google Shape;10658;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9" name="Google Shape;10659;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0" name="Google Shape;10660;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1" name="Google Shape;10661;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62" name="Google Shape;10662;p34"/>
            <p:cNvGrpSpPr/>
            <p:nvPr/>
          </p:nvGrpSpPr>
          <p:grpSpPr>
            <a:xfrm rot="10800000" flipH="1">
              <a:off x="7977591" y="4850117"/>
              <a:ext cx="680832" cy="677203"/>
              <a:chOff x="1835381" y="4621510"/>
              <a:chExt cx="677175" cy="677203"/>
            </a:xfrm>
          </p:grpSpPr>
          <p:sp>
            <p:nvSpPr>
              <p:cNvPr id="10663" name="Google Shape;10663;p34"/>
              <p:cNvSpPr/>
              <p:nvPr/>
            </p:nvSpPr>
            <p:spPr>
              <a:xfrm>
                <a:off x="1835381" y="4621510"/>
                <a:ext cx="677175" cy="67720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4" name="Google Shape;10664;p34"/>
              <p:cNvSpPr/>
              <p:nvPr/>
            </p:nvSpPr>
            <p:spPr>
              <a:xfrm>
                <a:off x="1869128" y="4655285"/>
                <a:ext cx="609658" cy="609603"/>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5" name="Google Shape;10665;p34"/>
              <p:cNvSpPr/>
              <p:nvPr/>
            </p:nvSpPr>
            <p:spPr>
              <a:xfrm>
                <a:off x="1902931" y="4689116"/>
                <a:ext cx="542114" cy="541974"/>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6" name="Google Shape;10666;p34"/>
              <p:cNvSpPr/>
              <p:nvPr/>
            </p:nvSpPr>
            <p:spPr>
              <a:xfrm>
                <a:off x="1936678" y="4722946"/>
                <a:ext cx="474569" cy="474346"/>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7" name="Google Shape;10667;p34"/>
              <p:cNvSpPr/>
              <p:nvPr/>
            </p:nvSpPr>
            <p:spPr>
              <a:xfrm>
                <a:off x="1970454" y="4756722"/>
                <a:ext cx="407052" cy="406718"/>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8" name="Google Shape;10668;p34"/>
              <p:cNvSpPr/>
              <p:nvPr/>
            </p:nvSpPr>
            <p:spPr>
              <a:xfrm>
                <a:off x="2004229" y="4790552"/>
                <a:ext cx="339507" cy="339089"/>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9" name="Google Shape;10669;p34"/>
              <p:cNvSpPr/>
              <p:nvPr/>
            </p:nvSpPr>
            <p:spPr>
              <a:xfrm>
                <a:off x="2037976" y="4824411"/>
                <a:ext cx="272018" cy="271433"/>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0" name="Google Shape;10670;p34"/>
              <p:cNvSpPr/>
              <p:nvPr/>
            </p:nvSpPr>
            <p:spPr>
              <a:xfrm>
                <a:off x="2071751" y="4858242"/>
                <a:ext cx="204473" cy="20377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1" name="Google Shape;10671;p34"/>
              <p:cNvSpPr/>
              <p:nvPr/>
            </p:nvSpPr>
            <p:spPr>
              <a:xfrm>
                <a:off x="2105526" y="4892017"/>
                <a:ext cx="136929" cy="136204"/>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2" name="Google Shape;10672;p34"/>
              <p:cNvSpPr/>
              <p:nvPr/>
            </p:nvSpPr>
            <p:spPr>
              <a:xfrm>
                <a:off x="2139273" y="4925848"/>
                <a:ext cx="69440" cy="68576"/>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AE9261"/>
            </a:gs>
            <a:gs pos="25000">
              <a:srgbClr val="A96B3E"/>
            </a:gs>
            <a:gs pos="63000">
              <a:srgbClr val="9C4430"/>
            </a:gs>
            <a:gs pos="100000">
              <a:srgbClr val="504F6F"/>
            </a:gs>
          </a:gsLst>
          <a:lin ang="18900044"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6345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1pPr>
            <a:lvl2pPr lvl="1"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2pPr>
            <a:lvl3pPr lvl="2"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3pPr>
            <a:lvl4pPr lvl="3"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4pPr>
            <a:lvl5pPr lvl="4"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5pPr>
            <a:lvl6pPr lvl="5"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6pPr>
            <a:lvl7pPr lvl="6"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7pPr>
            <a:lvl8pPr lvl="7"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8pPr>
            <a:lvl9pPr lvl="8" rtl="0">
              <a:spcBef>
                <a:spcPts val="0"/>
              </a:spcBef>
              <a:spcAft>
                <a:spcPts val="0"/>
              </a:spcAft>
              <a:buClr>
                <a:schemeClr val="dk1"/>
              </a:buClr>
              <a:buSzPts val="3000"/>
              <a:buFont typeface="Lexend"/>
              <a:buNone/>
              <a:defRPr sz="3000">
                <a:solidFill>
                  <a:schemeClr val="dk1"/>
                </a:solidFill>
                <a:latin typeface="Lexend"/>
                <a:ea typeface="Lexend"/>
                <a:cs typeface="Lexend"/>
                <a:sym typeface="Lexend"/>
              </a:defRPr>
            </a:lvl9pPr>
          </a:lstStyle>
          <a:p>
            <a:endParaRPr/>
          </a:p>
        </p:txBody>
      </p:sp>
      <p:sp>
        <p:nvSpPr>
          <p:cNvPr id="7" name="Google Shape;7;p1"/>
          <p:cNvSpPr txBox="1">
            <a:spLocks noGrp="1"/>
          </p:cNvSpPr>
          <p:nvPr>
            <p:ph type="body" idx="1"/>
          </p:nvPr>
        </p:nvSpPr>
        <p:spPr>
          <a:xfrm>
            <a:off x="720000" y="1174500"/>
            <a:ext cx="7704000" cy="3429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1pPr>
            <a:lvl2pPr marL="914400" lvl="1"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2pPr>
            <a:lvl3pPr marL="1371600" lvl="2"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3pPr>
            <a:lvl4pPr marL="1828800" lvl="3"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4pPr>
            <a:lvl5pPr marL="2286000" lvl="4"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5pPr>
            <a:lvl6pPr marL="2743200" lvl="5"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6pPr>
            <a:lvl7pPr marL="3200400" lvl="6"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7pPr>
            <a:lvl8pPr marL="3657600" lvl="7"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8pPr>
            <a:lvl9pPr marL="4114800" lvl="8" indent="-317500">
              <a:lnSpc>
                <a:spcPct val="115000"/>
              </a:lnSpc>
              <a:spcBef>
                <a:spcPts val="0"/>
              </a:spcBef>
              <a:spcAft>
                <a:spcPts val="0"/>
              </a:spcAft>
              <a:buClr>
                <a:schemeClr val="dk1"/>
              </a:buClr>
              <a:buSzPts val="1400"/>
              <a:buFont typeface="Barlow"/>
              <a:buChar char="■"/>
              <a:defRPr>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3" r:id="rId4"/>
    <p:sldLayoutId id="2147483655" r:id="rId5"/>
    <p:sldLayoutId id="2147483658" r:id="rId6"/>
    <p:sldLayoutId id="2147483660" r:id="rId7"/>
    <p:sldLayoutId id="2147483664" r:id="rId8"/>
    <p:sldLayoutId id="2147483672" r:id="rId9"/>
    <p:sldLayoutId id="2147483673" r:id="rId10"/>
    <p:sldLayoutId id="2147483679" r:id="rId11"/>
    <p:sldLayoutId id="214748368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AE9261"/>
            </a:gs>
            <a:gs pos="25000">
              <a:srgbClr val="A96B3E"/>
            </a:gs>
            <a:gs pos="63000">
              <a:srgbClr val="9C4430"/>
            </a:gs>
            <a:gs pos="100000">
              <a:srgbClr val="504F6F"/>
            </a:gs>
          </a:gsLst>
          <a:lin ang="18900044" scaled="0"/>
        </a:gradFill>
        <a:effectLst/>
      </p:bgPr>
    </p:bg>
    <p:spTree>
      <p:nvGrpSpPr>
        <p:cNvPr id="1" name="Shape 10682"/>
        <p:cNvGrpSpPr/>
        <p:nvPr/>
      </p:nvGrpSpPr>
      <p:grpSpPr>
        <a:xfrm>
          <a:off x="0" y="0"/>
          <a:ext cx="0" cy="0"/>
          <a:chOff x="0" y="0"/>
          <a:chExt cx="0" cy="0"/>
        </a:xfrm>
      </p:grpSpPr>
      <p:sp>
        <p:nvSpPr>
          <p:cNvPr id="10683" name="Google Shape;10683;p38"/>
          <p:cNvSpPr txBox="1">
            <a:spLocks noGrp="1"/>
          </p:cNvSpPr>
          <p:nvPr>
            <p:ph type="subTitle" idx="1"/>
          </p:nvPr>
        </p:nvSpPr>
        <p:spPr>
          <a:xfrm rot="-455">
            <a:off x="2307299" y="1624797"/>
            <a:ext cx="4529400" cy="426300"/>
          </a:xfrm>
          <a:prstGeom prst="rect">
            <a:avLst/>
          </a:prstGeom>
        </p:spPr>
        <p:txBody>
          <a:bodyPr spcFirstLastPara="1" wrap="square" lIns="91425" tIns="91425" rIns="91425" bIns="91425" anchor="t" anchorCtr="0">
            <a:noAutofit/>
          </a:bodyPr>
          <a:lstStyle/>
          <a:p>
            <a:pPr marL="0" marR="0">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Arial" panose="020B0604020202020204" pitchFamily="34" charset="0"/>
              </a:rPr>
              <a:t> </a:t>
            </a:r>
          </a:p>
          <a:p>
            <a:pPr marL="0" marR="0" algn="l">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Arial" panose="020B0604020202020204" pitchFamily="34" charset="0"/>
              </a:rPr>
              <a:t>Students </a:t>
            </a:r>
            <a:r>
              <a:rPr lang="en-US" sz="1800" b="1" kern="100" dirty="0">
                <a:latin typeface="Times New Roman" panose="02020603050405020304" pitchFamily="18" charset="0"/>
                <a:ea typeface="Aptos" panose="020B0004020202020204" pitchFamily="34" charset="0"/>
                <a:cs typeface="Arial" panose="020B0604020202020204" pitchFamily="34" charset="0"/>
              </a:rPr>
              <a:t>name:</a:t>
            </a:r>
          </a:p>
          <a:p>
            <a:pPr marL="0" marR="0" algn="l">
              <a:lnSpc>
                <a:spcPct val="115000"/>
              </a:lnSpc>
              <a:spcAft>
                <a:spcPts val="800"/>
              </a:spcAft>
              <a:buNone/>
            </a:pPr>
            <a:r>
              <a:rPr lang="en-US" sz="1800" b="1" kern="100" dirty="0">
                <a:effectLst/>
                <a:latin typeface="Times New Roman" panose="02020603050405020304" pitchFamily="18" charset="0"/>
                <a:ea typeface="Aptos" panose="020B0004020202020204" pitchFamily="34" charset="0"/>
                <a:cs typeface="Arial" panose="020B0604020202020204" pitchFamily="34" charset="0"/>
              </a:rPr>
              <a:t>Noor Mazen Abdulhadi 0229786        Deemah Mahmoud </a:t>
            </a:r>
            <a:r>
              <a:rPr lang="en-US" sz="1800" b="1" kern="100" dirty="0" err="1">
                <a:effectLst/>
                <a:latin typeface="Times New Roman" panose="02020603050405020304" pitchFamily="18" charset="0"/>
                <a:ea typeface="Aptos" panose="020B0004020202020204" pitchFamily="34" charset="0"/>
                <a:cs typeface="Arial" panose="020B0604020202020204" pitchFamily="34" charset="0"/>
              </a:rPr>
              <a:t>AlSayyed</a:t>
            </a:r>
            <a:r>
              <a:rPr lang="en-US" sz="1800" b="1" kern="100" dirty="0">
                <a:effectLst/>
                <a:latin typeface="Times New Roman" panose="02020603050405020304" pitchFamily="18" charset="0"/>
                <a:ea typeface="Aptos" panose="020B0004020202020204" pitchFamily="34" charset="0"/>
                <a:cs typeface="Arial" panose="020B0604020202020204" pitchFamily="34" charset="0"/>
              </a:rPr>
              <a:t> 0224017</a:t>
            </a:r>
            <a:br>
              <a:rPr lang="en-US" sz="1800" b="1" kern="100" dirty="0">
                <a:effectLst/>
                <a:latin typeface="Times New Roman" panose="02020603050405020304" pitchFamily="18" charset="0"/>
                <a:ea typeface="Aptos" panose="020B0004020202020204" pitchFamily="34" charset="0"/>
                <a:cs typeface="Arial" panose="020B0604020202020204" pitchFamily="34" charset="0"/>
              </a:rPr>
            </a:br>
            <a:r>
              <a:rPr lang="en-US" sz="1800" b="1" kern="100" dirty="0">
                <a:effectLst/>
                <a:latin typeface="Times New Roman" panose="02020603050405020304" pitchFamily="18" charset="0"/>
                <a:ea typeface="Aptos" panose="020B0004020202020204" pitchFamily="34" charset="0"/>
                <a:cs typeface="Arial" panose="020B0604020202020204" pitchFamily="34" charset="0"/>
              </a:rPr>
              <a:t>Course: Thermal  Sciences </a:t>
            </a:r>
            <a:br>
              <a:rPr lang="en-US" sz="1800" b="1" kern="100" dirty="0">
                <a:effectLst/>
                <a:latin typeface="Times New Roman" panose="02020603050405020304" pitchFamily="18" charset="0"/>
                <a:ea typeface="Aptos" panose="020B0004020202020204" pitchFamily="34" charset="0"/>
                <a:cs typeface="Arial" panose="020B0604020202020204" pitchFamily="34" charset="0"/>
              </a:rPr>
            </a:br>
            <a:r>
              <a:rPr lang="en-US" sz="1800" b="1" kern="100" dirty="0">
                <a:effectLst/>
                <a:latin typeface="Times New Roman" panose="02020603050405020304" pitchFamily="18" charset="0"/>
                <a:ea typeface="Aptos" panose="020B0004020202020204" pitchFamily="34" charset="0"/>
                <a:cs typeface="Arial" panose="020B0604020202020204" pitchFamily="34" charset="0"/>
              </a:rPr>
              <a:t>Instructor: Mohammed Kilani</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lvl="0" indent="0" algn="ctr" rtl="0">
              <a:spcBef>
                <a:spcPts val="0"/>
              </a:spcBef>
              <a:spcAft>
                <a:spcPts val="0"/>
              </a:spcAft>
              <a:buNone/>
            </a:pPr>
            <a:endParaRPr b="1" dirty="0"/>
          </a:p>
        </p:txBody>
      </p:sp>
      <p:sp>
        <p:nvSpPr>
          <p:cNvPr id="10684" name="Google Shape;10684;p38"/>
          <p:cNvSpPr txBox="1">
            <a:spLocks noGrp="1"/>
          </p:cNvSpPr>
          <p:nvPr>
            <p:ph type="ctrTitle"/>
          </p:nvPr>
        </p:nvSpPr>
        <p:spPr>
          <a:xfrm>
            <a:off x="2092316" y="957439"/>
            <a:ext cx="5538972" cy="1871839"/>
          </a:xfrm>
          <a:prstGeom prst="rect">
            <a:avLst/>
          </a:prstGeom>
        </p:spPr>
        <p:txBody>
          <a:bodyPr spcFirstLastPara="1" wrap="square" lIns="91425" tIns="91425" rIns="91425" bIns="91425" anchor="b" anchorCtr="0">
            <a:noAutofit/>
          </a:bodyPr>
          <a:lstStyle/>
          <a:p>
            <a:pPr marL="0" marR="0">
              <a:lnSpc>
                <a:spcPct val="115000"/>
              </a:lnSpc>
              <a:spcAft>
                <a:spcPts val="800"/>
              </a:spcAft>
            </a:pPr>
            <a:r>
              <a:rPr lang="ar-SA" sz="1800" kern="100" dirty="0">
                <a:effectLst/>
                <a:latin typeface="Aptos" panose="020B0004020202020204" pitchFamily="34" charset="0"/>
                <a:ea typeface="Aptos" panose="020B0004020202020204" pitchFamily="34" charset="0"/>
                <a:cs typeface="Arial" panose="020B0604020202020204" pitchFamily="34" charset="0"/>
              </a:rPr>
              <a:t> </a:t>
            </a: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r>
              <a:rPr lang="en-US" sz="2800" b="1" kern="100" dirty="0" err="1">
                <a:effectLst/>
                <a:latin typeface="Times New Roman" panose="02020603050405020304" pitchFamily="18" charset="0"/>
                <a:ea typeface="Aptos" panose="020B0004020202020204" pitchFamily="34" charset="0"/>
                <a:cs typeface="Arial" panose="020B0604020202020204" pitchFamily="34" charset="0"/>
              </a:rPr>
              <a:t>Thermofluid</a:t>
            </a:r>
            <a:r>
              <a:rPr lang="en-US" sz="2800" b="1" kern="100" dirty="0">
                <a:effectLst/>
                <a:latin typeface="Times New Roman" panose="02020603050405020304" pitchFamily="18" charset="0"/>
                <a:ea typeface="Aptos" panose="020B0004020202020204" pitchFamily="34" charset="0"/>
                <a:cs typeface="Arial" panose="020B0604020202020204" pitchFamily="34" charset="0"/>
              </a:rPr>
              <a:t> Heating Pipe System</a:t>
            </a:r>
            <a:br>
              <a:rPr lang="en-US" sz="2800" b="1" kern="100" dirty="0">
                <a:effectLst/>
                <a:latin typeface="Times New Roman" panose="02020603050405020304" pitchFamily="18" charset="0"/>
                <a:ea typeface="Aptos" panose="020B0004020202020204" pitchFamily="34" charset="0"/>
                <a:cs typeface="Arial" panose="020B0604020202020204" pitchFamily="34" charset="0"/>
              </a:rPr>
            </a:br>
            <a:endParaRPr b="1" dirty="0"/>
          </a:p>
        </p:txBody>
      </p:sp>
      <p:grpSp>
        <p:nvGrpSpPr>
          <p:cNvPr id="10685" name="Google Shape;10685;p38"/>
          <p:cNvGrpSpPr/>
          <p:nvPr/>
        </p:nvGrpSpPr>
        <p:grpSpPr>
          <a:xfrm>
            <a:off x="-64427" y="-152400"/>
            <a:ext cx="9272854" cy="1153630"/>
            <a:chOff x="-219575" y="-4"/>
            <a:chExt cx="9538992" cy="1186740"/>
          </a:xfrm>
        </p:grpSpPr>
        <p:grpSp>
          <p:nvGrpSpPr>
            <p:cNvPr id="10686" name="Google Shape;10686;p38"/>
            <p:cNvGrpSpPr/>
            <p:nvPr/>
          </p:nvGrpSpPr>
          <p:grpSpPr>
            <a:xfrm>
              <a:off x="-219575" y="39"/>
              <a:ext cx="693729" cy="693640"/>
              <a:chOff x="-327325" y="-12"/>
              <a:chExt cx="693729" cy="693640"/>
            </a:xfrm>
          </p:grpSpPr>
          <p:sp>
            <p:nvSpPr>
              <p:cNvPr id="10687" name="Google Shape;10687;p38"/>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88" name="Google Shape;10688;p38"/>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89" name="Google Shape;10689;p38"/>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0" name="Google Shape;10690;p38"/>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1" name="Google Shape;10691;p38"/>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2" name="Google Shape;10692;p38"/>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3" name="Google Shape;10693;p38"/>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4" name="Google Shape;10694;p38"/>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5" name="Google Shape;10695;p38"/>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6" name="Google Shape;10696;p38"/>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697" name="Google Shape;10697;p38"/>
            <p:cNvGrpSpPr/>
            <p:nvPr/>
          </p:nvGrpSpPr>
          <p:grpSpPr>
            <a:xfrm>
              <a:off x="763235" y="8"/>
              <a:ext cx="693729" cy="693701"/>
              <a:chOff x="655485" y="11886"/>
              <a:chExt cx="693729" cy="693701"/>
            </a:xfrm>
          </p:grpSpPr>
          <p:sp>
            <p:nvSpPr>
              <p:cNvPr id="10698" name="Google Shape;10698;p38"/>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699" name="Google Shape;10699;p38"/>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0" name="Google Shape;10700;p38"/>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1" name="Google Shape;10701;p38"/>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2" name="Google Shape;10702;p38"/>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3" name="Google Shape;10703;p38"/>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4" name="Google Shape;10704;p38"/>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5" name="Google Shape;10705;p38"/>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6" name="Google Shape;10706;p38"/>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07" name="Google Shape;10707;p38"/>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08" name="Google Shape;10708;p38"/>
            <p:cNvGrpSpPr/>
            <p:nvPr/>
          </p:nvGrpSpPr>
          <p:grpSpPr>
            <a:xfrm>
              <a:off x="1746038" y="39"/>
              <a:ext cx="693729" cy="693640"/>
              <a:chOff x="2491476" y="193182"/>
              <a:chExt cx="693729" cy="693640"/>
            </a:xfrm>
          </p:grpSpPr>
          <p:grpSp>
            <p:nvGrpSpPr>
              <p:cNvPr id="10709" name="Google Shape;10709;p38"/>
              <p:cNvGrpSpPr/>
              <p:nvPr/>
            </p:nvGrpSpPr>
            <p:grpSpPr>
              <a:xfrm>
                <a:off x="2491476" y="193182"/>
                <a:ext cx="693729" cy="693640"/>
                <a:chOff x="2491476" y="193182"/>
                <a:chExt cx="693729" cy="693640"/>
              </a:xfrm>
            </p:grpSpPr>
            <p:sp>
              <p:nvSpPr>
                <p:cNvPr id="10710" name="Google Shape;10710;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1" name="Google Shape;10711;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2" name="Google Shape;10712;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3" name="Google Shape;10713;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4" name="Google Shape;10714;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5" name="Google Shape;10715;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6" name="Google Shape;10716;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7" name="Google Shape;10717;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18" name="Google Shape;10718;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719" name="Google Shape;10719;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20" name="Google Shape;10720;p38"/>
            <p:cNvGrpSpPr/>
            <p:nvPr/>
          </p:nvGrpSpPr>
          <p:grpSpPr>
            <a:xfrm>
              <a:off x="2728850" y="51"/>
              <a:ext cx="693729" cy="693640"/>
              <a:chOff x="-327325" y="-12"/>
              <a:chExt cx="693729" cy="693640"/>
            </a:xfrm>
          </p:grpSpPr>
          <p:sp>
            <p:nvSpPr>
              <p:cNvPr id="10721" name="Google Shape;10721;p38"/>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2" name="Google Shape;10722;p38"/>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3" name="Google Shape;10723;p38"/>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4" name="Google Shape;10724;p38"/>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5" name="Google Shape;10725;p38"/>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6" name="Google Shape;10726;p38"/>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7" name="Google Shape;10727;p38"/>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8" name="Google Shape;10728;p38"/>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29" name="Google Shape;10729;p38"/>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0" name="Google Shape;10730;p38"/>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31" name="Google Shape;10731;p38"/>
            <p:cNvGrpSpPr/>
            <p:nvPr/>
          </p:nvGrpSpPr>
          <p:grpSpPr>
            <a:xfrm>
              <a:off x="3711660" y="21"/>
              <a:ext cx="693729" cy="693701"/>
              <a:chOff x="655485" y="11886"/>
              <a:chExt cx="693729" cy="693701"/>
            </a:xfrm>
          </p:grpSpPr>
          <p:sp>
            <p:nvSpPr>
              <p:cNvPr id="10732" name="Google Shape;10732;p38"/>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3" name="Google Shape;10733;p38"/>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4" name="Google Shape;10734;p38"/>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5" name="Google Shape;10735;p38"/>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6" name="Google Shape;10736;p38"/>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7" name="Google Shape;10737;p38"/>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8" name="Google Shape;10738;p38"/>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39" name="Google Shape;10739;p38"/>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40" name="Google Shape;10740;p38"/>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41" name="Google Shape;10741;p38"/>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42" name="Google Shape;10742;p38"/>
            <p:cNvGrpSpPr/>
            <p:nvPr/>
          </p:nvGrpSpPr>
          <p:grpSpPr>
            <a:xfrm>
              <a:off x="4694463" y="51"/>
              <a:ext cx="693729" cy="693640"/>
              <a:chOff x="2491476" y="193182"/>
              <a:chExt cx="693729" cy="693640"/>
            </a:xfrm>
          </p:grpSpPr>
          <p:grpSp>
            <p:nvGrpSpPr>
              <p:cNvPr id="10743" name="Google Shape;10743;p38"/>
              <p:cNvGrpSpPr/>
              <p:nvPr/>
            </p:nvGrpSpPr>
            <p:grpSpPr>
              <a:xfrm>
                <a:off x="2491476" y="193182"/>
                <a:ext cx="693729" cy="693640"/>
                <a:chOff x="2491476" y="193182"/>
                <a:chExt cx="693729" cy="693640"/>
              </a:xfrm>
            </p:grpSpPr>
            <p:sp>
              <p:nvSpPr>
                <p:cNvPr id="10744" name="Google Shape;10744;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45" name="Google Shape;10745;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46" name="Google Shape;10746;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47" name="Google Shape;10747;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48" name="Google Shape;10748;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49" name="Google Shape;10749;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50" name="Google Shape;10750;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51" name="Google Shape;10751;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52" name="Google Shape;10752;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753" name="Google Shape;10753;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54" name="Google Shape;10754;p38"/>
            <p:cNvGrpSpPr/>
            <p:nvPr/>
          </p:nvGrpSpPr>
          <p:grpSpPr>
            <a:xfrm>
              <a:off x="5677275" y="26"/>
              <a:ext cx="693729" cy="693640"/>
              <a:chOff x="-327325" y="-12"/>
              <a:chExt cx="693729" cy="693640"/>
            </a:xfrm>
          </p:grpSpPr>
          <p:sp>
            <p:nvSpPr>
              <p:cNvPr id="10755" name="Google Shape;10755;p38"/>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56" name="Google Shape;10756;p38"/>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57" name="Google Shape;10757;p38"/>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58" name="Google Shape;10758;p38"/>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59" name="Google Shape;10759;p38"/>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0" name="Google Shape;10760;p38"/>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1" name="Google Shape;10761;p38"/>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2" name="Google Shape;10762;p38"/>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3" name="Google Shape;10763;p38"/>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4" name="Google Shape;10764;p38"/>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65" name="Google Shape;10765;p38"/>
            <p:cNvGrpSpPr/>
            <p:nvPr/>
          </p:nvGrpSpPr>
          <p:grpSpPr>
            <a:xfrm>
              <a:off x="6660085" y="-4"/>
              <a:ext cx="693729" cy="693701"/>
              <a:chOff x="655485" y="11886"/>
              <a:chExt cx="693729" cy="693701"/>
            </a:xfrm>
          </p:grpSpPr>
          <p:sp>
            <p:nvSpPr>
              <p:cNvPr id="10766" name="Google Shape;10766;p38"/>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7" name="Google Shape;10767;p38"/>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8" name="Google Shape;10768;p38"/>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69" name="Google Shape;10769;p38"/>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70" name="Google Shape;10770;p38"/>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71" name="Google Shape;10771;p38"/>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72" name="Google Shape;10772;p38"/>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73" name="Google Shape;10773;p38"/>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74" name="Google Shape;10774;p38"/>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75" name="Google Shape;10775;p38"/>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76" name="Google Shape;10776;p38"/>
            <p:cNvGrpSpPr/>
            <p:nvPr/>
          </p:nvGrpSpPr>
          <p:grpSpPr>
            <a:xfrm>
              <a:off x="7642888" y="26"/>
              <a:ext cx="693729" cy="693640"/>
              <a:chOff x="2491476" y="193182"/>
              <a:chExt cx="693729" cy="693640"/>
            </a:xfrm>
          </p:grpSpPr>
          <p:grpSp>
            <p:nvGrpSpPr>
              <p:cNvPr id="10777" name="Google Shape;10777;p38"/>
              <p:cNvGrpSpPr/>
              <p:nvPr/>
            </p:nvGrpSpPr>
            <p:grpSpPr>
              <a:xfrm>
                <a:off x="2491476" y="193182"/>
                <a:ext cx="693729" cy="693640"/>
                <a:chOff x="2491476" y="193182"/>
                <a:chExt cx="693729" cy="693640"/>
              </a:xfrm>
            </p:grpSpPr>
            <p:sp>
              <p:nvSpPr>
                <p:cNvPr id="10778" name="Google Shape;10778;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79" name="Google Shape;10779;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80" name="Google Shape;10780;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81" name="Google Shape;10781;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82" name="Google Shape;10782;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83" name="Google Shape;10783;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84" name="Google Shape;10784;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85" name="Google Shape;10785;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86" name="Google Shape;10786;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787" name="Google Shape;10787;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788" name="Google Shape;10788;p38"/>
            <p:cNvGrpSpPr/>
            <p:nvPr/>
          </p:nvGrpSpPr>
          <p:grpSpPr>
            <a:xfrm>
              <a:off x="8625688" y="26"/>
              <a:ext cx="693729" cy="693640"/>
              <a:chOff x="2491476" y="193182"/>
              <a:chExt cx="693729" cy="693640"/>
            </a:xfrm>
          </p:grpSpPr>
          <p:grpSp>
            <p:nvGrpSpPr>
              <p:cNvPr id="10789" name="Google Shape;10789;p38"/>
              <p:cNvGrpSpPr/>
              <p:nvPr/>
            </p:nvGrpSpPr>
            <p:grpSpPr>
              <a:xfrm>
                <a:off x="2491476" y="193182"/>
                <a:ext cx="693729" cy="693640"/>
                <a:chOff x="2491476" y="193182"/>
                <a:chExt cx="693729" cy="693640"/>
              </a:xfrm>
            </p:grpSpPr>
            <p:sp>
              <p:nvSpPr>
                <p:cNvPr id="10790" name="Google Shape;10790;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1" name="Google Shape;10791;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2" name="Google Shape;10792;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3" name="Google Shape;10793;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4" name="Google Shape;10794;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5" name="Google Shape;10795;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6" name="Google Shape;10796;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7" name="Google Shape;10797;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798" name="Google Shape;10798;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799" name="Google Shape;10799;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00" name="Google Shape;10800;p38"/>
            <p:cNvGrpSpPr/>
            <p:nvPr/>
          </p:nvGrpSpPr>
          <p:grpSpPr>
            <a:xfrm>
              <a:off x="272785" y="493006"/>
              <a:ext cx="693729" cy="693729"/>
              <a:chOff x="157640" y="503742"/>
              <a:chExt cx="693729" cy="693729"/>
            </a:xfrm>
          </p:grpSpPr>
          <p:sp>
            <p:nvSpPr>
              <p:cNvPr id="10801" name="Google Shape;10801;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2" name="Google Shape;10802;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3" name="Google Shape;10803;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4" name="Google Shape;10804;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5" name="Google Shape;10805;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6" name="Google Shape;10806;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7" name="Google Shape;10807;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8" name="Google Shape;10808;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09" name="Google Shape;10809;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10" name="Google Shape;10810;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11" name="Google Shape;10811;p38"/>
            <p:cNvGrpSpPr/>
            <p:nvPr/>
          </p:nvGrpSpPr>
          <p:grpSpPr>
            <a:xfrm>
              <a:off x="1254899" y="493051"/>
              <a:ext cx="693729" cy="693640"/>
              <a:chOff x="2491476" y="193182"/>
              <a:chExt cx="693729" cy="693640"/>
            </a:xfrm>
          </p:grpSpPr>
          <p:grpSp>
            <p:nvGrpSpPr>
              <p:cNvPr id="10812" name="Google Shape;10812;p38"/>
              <p:cNvGrpSpPr/>
              <p:nvPr/>
            </p:nvGrpSpPr>
            <p:grpSpPr>
              <a:xfrm>
                <a:off x="2491476" y="193182"/>
                <a:ext cx="693729" cy="693640"/>
                <a:chOff x="2491476" y="193182"/>
                <a:chExt cx="693729" cy="693640"/>
              </a:xfrm>
            </p:grpSpPr>
            <p:sp>
              <p:nvSpPr>
                <p:cNvPr id="10813" name="Google Shape;10813;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14" name="Google Shape;10814;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15" name="Google Shape;10815;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16" name="Google Shape;10816;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17" name="Google Shape;10817;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18" name="Google Shape;10818;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19" name="Google Shape;10819;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20" name="Google Shape;10820;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21" name="Google Shape;10821;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822" name="Google Shape;10822;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23" name="Google Shape;10823;p38"/>
            <p:cNvGrpSpPr/>
            <p:nvPr/>
          </p:nvGrpSpPr>
          <p:grpSpPr>
            <a:xfrm>
              <a:off x="2237810" y="493006"/>
              <a:ext cx="693729" cy="693729"/>
              <a:chOff x="157640" y="503742"/>
              <a:chExt cx="693729" cy="693729"/>
            </a:xfrm>
          </p:grpSpPr>
          <p:sp>
            <p:nvSpPr>
              <p:cNvPr id="10824" name="Google Shape;10824;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25" name="Google Shape;10825;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26" name="Google Shape;10826;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27" name="Google Shape;10827;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28" name="Google Shape;10828;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29" name="Google Shape;10829;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30" name="Google Shape;10830;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31" name="Google Shape;10831;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32" name="Google Shape;10832;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33" name="Google Shape;10833;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34" name="Google Shape;10834;p38"/>
            <p:cNvGrpSpPr/>
            <p:nvPr/>
          </p:nvGrpSpPr>
          <p:grpSpPr>
            <a:xfrm>
              <a:off x="3219924" y="493051"/>
              <a:ext cx="693729" cy="693640"/>
              <a:chOff x="2491476" y="193182"/>
              <a:chExt cx="693729" cy="693640"/>
            </a:xfrm>
          </p:grpSpPr>
          <p:grpSp>
            <p:nvGrpSpPr>
              <p:cNvPr id="10835" name="Google Shape;10835;p38"/>
              <p:cNvGrpSpPr/>
              <p:nvPr/>
            </p:nvGrpSpPr>
            <p:grpSpPr>
              <a:xfrm>
                <a:off x="2491476" y="193182"/>
                <a:ext cx="693729" cy="693640"/>
                <a:chOff x="2491476" y="193182"/>
                <a:chExt cx="693729" cy="693640"/>
              </a:xfrm>
            </p:grpSpPr>
            <p:sp>
              <p:nvSpPr>
                <p:cNvPr id="10836" name="Google Shape;10836;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37" name="Google Shape;10837;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38" name="Google Shape;10838;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39" name="Google Shape;10839;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40" name="Google Shape;10840;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41" name="Google Shape;10841;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42" name="Google Shape;10842;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43" name="Google Shape;10843;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44" name="Google Shape;10844;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845" name="Google Shape;10845;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46" name="Google Shape;10846;p38"/>
            <p:cNvGrpSpPr/>
            <p:nvPr/>
          </p:nvGrpSpPr>
          <p:grpSpPr>
            <a:xfrm>
              <a:off x="4203710" y="493006"/>
              <a:ext cx="693729" cy="693729"/>
              <a:chOff x="157640" y="503742"/>
              <a:chExt cx="693729" cy="693729"/>
            </a:xfrm>
          </p:grpSpPr>
          <p:sp>
            <p:nvSpPr>
              <p:cNvPr id="10847" name="Google Shape;10847;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48" name="Google Shape;10848;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49" name="Google Shape;10849;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50" name="Google Shape;10850;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51" name="Google Shape;10851;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52" name="Google Shape;10852;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53" name="Google Shape;10853;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54" name="Google Shape;10854;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55" name="Google Shape;10855;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56" name="Google Shape;10856;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57" name="Google Shape;10857;p38"/>
            <p:cNvGrpSpPr/>
            <p:nvPr/>
          </p:nvGrpSpPr>
          <p:grpSpPr>
            <a:xfrm>
              <a:off x="5185824" y="493051"/>
              <a:ext cx="693729" cy="693640"/>
              <a:chOff x="2491476" y="193182"/>
              <a:chExt cx="693729" cy="693640"/>
            </a:xfrm>
          </p:grpSpPr>
          <p:grpSp>
            <p:nvGrpSpPr>
              <p:cNvPr id="10858" name="Google Shape;10858;p38"/>
              <p:cNvGrpSpPr/>
              <p:nvPr/>
            </p:nvGrpSpPr>
            <p:grpSpPr>
              <a:xfrm>
                <a:off x="2491476" y="193182"/>
                <a:ext cx="693729" cy="693640"/>
                <a:chOff x="2491476" y="193182"/>
                <a:chExt cx="693729" cy="693640"/>
              </a:xfrm>
            </p:grpSpPr>
            <p:sp>
              <p:nvSpPr>
                <p:cNvPr id="10859" name="Google Shape;10859;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0" name="Google Shape;10860;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1" name="Google Shape;10861;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2" name="Google Shape;10862;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3" name="Google Shape;10863;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4" name="Google Shape;10864;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5" name="Google Shape;10865;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6" name="Google Shape;10866;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67" name="Google Shape;10867;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868" name="Google Shape;10868;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69" name="Google Shape;10869;p38"/>
            <p:cNvGrpSpPr/>
            <p:nvPr/>
          </p:nvGrpSpPr>
          <p:grpSpPr>
            <a:xfrm>
              <a:off x="6168735" y="493006"/>
              <a:ext cx="693729" cy="693729"/>
              <a:chOff x="157640" y="503742"/>
              <a:chExt cx="693729" cy="693729"/>
            </a:xfrm>
          </p:grpSpPr>
          <p:sp>
            <p:nvSpPr>
              <p:cNvPr id="10870" name="Google Shape;10870;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1" name="Google Shape;10871;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2" name="Google Shape;10872;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3" name="Google Shape;10873;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4" name="Google Shape;10874;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5" name="Google Shape;10875;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6" name="Google Shape;10876;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7" name="Google Shape;10877;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8" name="Google Shape;10878;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79" name="Google Shape;10879;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80" name="Google Shape;10880;p38"/>
            <p:cNvGrpSpPr/>
            <p:nvPr/>
          </p:nvGrpSpPr>
          <p:grpSpPr>
            <a:xfrm>
              <a:off x="7150849" y="493051"/>
              <a:ext cx="693729" cy="693640"/>
              <a:chOff x="2491476" y="193182"/>
              <a:chExt cx="693729" cy="693640"/>
            </a:xfrm>
          </p:grpSpPr>
          <p:grpSp>
            <p:nvGrpSpPr>
              <p:cNvPr id="10881" name="Google Shape;10881;p38"/>
              <p:cNvGrpSpPr/>
              <p:nvPr/>
            </p:nvGrpSpPr>
            <p:grpSpPr>
              <a:xfrm>
                <a:off x="2491476" y="193182"/>
                <a:ext cx="693729" cy="693640"/>
                <a:chOff x="2491476" y="193182"/>
                <a:chExt cx="693729" cy="693640"/>
              </a:xfrm>
            </p:grpSpPr>
            <p:sp>
              <p:nvSpPr>
                <p:cNvPr id="10882" name="Google Shape;10882;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83" name="Google Shape;10883;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84" name="Google Shape;10884;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85" name="Google Shape;10885;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86" name="Google Shape;10886;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87" name="Google Shape;10887;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88" name="Google Shape;10888;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89" name="Google Shape;10889;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90" name="Google Shape;10890;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891" name="Google Shape;10891;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892" name="Google Shape;10892;p38"/>
            <p:cNvGrpSpPr/>
            <p:nvPr/>
          </p:nvGrpSpPr>
          <p:grpSpPr>
            <a:xfrm>
              <a:off x="8132960" y="493006"/>
              <a:ext cx="693729" cy="693729"/>
              <a:chOff x="157640" y="503742"/>
              <a:chExt cx="693729" cy="693729"/>
            </a:xfrm>
          </p:grpSpPr>
          <p:sp>
            <p:nvSpPr>
              <p:cNvPr id="10893" name="Google Shape;10893;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94" name="Google Shape;10894;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95" name="Google Shape;10895;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96" name="Google Shape;10896;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97" name="Google Shape;10897;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98" name="Google Shape;10898;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899" name="Google Shape;10899;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00" name="Google Shape;10900;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01" name="Google Shape;10901;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02" name="Google Shape;10902;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grpSp>
        <p:nvGrpSpPr>
          <p:cNvPr id="10903" name="Google Shape;10903;p38"/>
          <p:cNvGrpSpPr/>
          <p:nvPr/>
        </p:nvGrpSpPr>
        <p:grpSpPr>
          <a:xfrm rot="10800000" flipH="1">
            <a:off x="-64427" y="4142271"/>
            <a:ext cx="9272854" cy="1153630"/>
            <a:chOff x="-219575" y="-4"/>
            <a:chExt cx="9538992" cy="1186740"/>
          </a:xfrm>
        </p:grpSpPr>
        <p:grpSp>
          <p:nvGrpSpPr>
            <p:cNvPr id="10904" name="Google Shape;10904;p38"/>
            <p:cNvGrpSpPr/>
            <p:nvPr/>
          </p:nvGrpSpPr>
          <p:grpSpPr>
            <a:xfrm>
              <a:off x="-219575" y="39"/>
              <a:ext cx="693729" cy="693640"/>
              <a:chOff x="-327325" y="-12"/>
              <a:chExt cx="693729" cy="693640"/>
            </a:xfrm>
          </p:grpSpPr>
          <p:sp>
            <p:nvSpPr>
              <p:cNvPr id="10905" name="Google Shape;10905;p38"/>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06" name="Google Shape;10906;p38"/>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07" name="Google Shape;10907;p38"/>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08" name="Google Shape;10908;p38"/>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09" name="Google Shape;10909;p38"/>
              <p:cNvSpPr/>
              <p:nvPr/>
            </p:nvSpPr>
            <p:spPr>
              <a:xfrm>
                <a:off x="-188920"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0" name="Google Shape;10910;p38"/>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1" name="Google Shape;10911;p38"/>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2" name="Google Shape;10912;p38"/>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3" name="Google Shape;10913;p38"/>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4" name="Google Shape;10914;p38"/>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15" name="Google Shape;10915;p38"/>
            <p:cNvGrpSpPr/>
            <p:nvPr/>
          </p:nvGrpSpPr>
          <p:grpSpPr>
            <a:xfrm>
              <a:off x="763235" y="8"/>
              <a:ext cx="693729" cy="693701"/>
              <a:chOff x="655485" y="11886"/>
              <a:chExt cx="693729" cy="693701"/>
            </a:xfrm>
          </p:grpSpPr>
          <p:sp>
            <p:nvSpPr>
              <p:cNvPr id="10916" name="Google Shape;10916;p38"/>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7" name="Google Shape;10917;p38"/>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8" name="Google Shape;10918;p38"/>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19" name="Google Shape;10919;p38"/>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20" name="Google Shape;10920;p38"/>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21" name="Google Shape;10921;p38"/>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22" name="Google Shape;10922;p38"/>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23" name="Google Shape;10923;p38"/>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24" name="Google Shape;10924;p38"/>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25" name="Google Shape;10925;p38"/>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26" name="Google Shape;10926;p38"/>
            <p:cNvGrpSpPr/>
            <p:nvPr/>
          </p:nvGrpSpPr>
          <p:grpSpPr>
            <a:xfrm>
              <a:off x="1746038" y="39"/>
              <a:ext cx="693729" cy="693640"/>
              <a:chOff x="2491476" y="193182"/>
              <a:chExt cx="693729" cy="693640"/>
            </a:xfrm>
          </p:grpSpPr>
          <p:grpSp>
            <p:nvGrpSpPr>
              <p:cNvPr id="10927" name="Google Shape;10927;p38"/>
              <p:cNvGrpSpPr/>
              <p:nvPr/>
            </p:nvGrpSpPr>
            <p:grpSpPr>
              <a:xfrm>
                <a:off x="2491476" y="193182"/>
                <a:ext cx="693729" cy="693640"/>
                <a:chOff x="2491476" y="193182"/>
                <a:chExt cx="693729" cy="693640"/>
              </a:xfrm>
            </p:grpSpPr>
            <p:sp>
              <p:nvSpPr>
                <p:cNvPr id="10928" name="Google Shape;10928;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29" name="Google Shape;10929;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30" name="Google Shape;10930;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31" name="Google Shape;10931;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32" name="Google Shape;10932;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33" name="Google Shape;10933;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34" name="Google Shape;10934;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35" name="Google Shape;10935;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36" name="Google Shape;10936;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937" name="Google Shape;10937;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38" name="Google Shape;10938;p38"/>
            <p:cNvGrpSpPr/>
            <p:nvPr/>
          </p:nvGrpSpPr>
          <p:grpSpPr>
            <a:xfrm>
              <a:off x="2728850" y="51"/>
              <a:ext cx="693729" cy="693640"/>
              <a:chOff x="-327325" y="-12"/>
              <a:chExt cx="693729" cy="693640"/>
            </a:xfrm>
          </p:grpSpPr>
          <p:sp>
            <p:nvSpPr>
              <p:cNvPr id="10939" name="Google Shape;10939;p38"/>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0" name="Google Shape;10940;p38"/>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1" name="Google Shape;10941;p38"/>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2" name="Google Shape;10942;p38"/>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3" name="Google Shape;10943;p38"/>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4" name="Google Shape;10944;p38"/>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5" name="Google Shape;10945;p38"/>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6" name="Google Shape;10946;p38"/>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7" name="Google Shape;10947;p38"/>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48" name="Google Shape;10948;p38"/>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49" name="Google Shape;10949;p38"/>
            <p:cNvGrpSpPr/>
            <p:nvPr/>
          </p:nvGrpSpPr>
          <p:grpSpPr>
            <a:xfrm>
              <a:off x="3711660" y="21"/>
              <a:ext cx="693729" cy="693701"/>
              <a:chOff x="655485" y="11886"/>
              <a:chExt cx="693729" cy="693701"/>
            </a:xfrm>
          </p:grpSpPr>
          <p:sp>
            <p:nvSpPr>
              <p:cNvPr id="10950" name="Google Shape;10950;p38"/>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1" name="Google Shape;10951;p38"/>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2" name="Google Shape;10952;p38"/>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3" name="Google Shape;10953;p38"/>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4" name="Google Shape;10954;p38"/>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5" name="Google Shape;10955;p38"/>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6" name="Google Shape;10956;p38"/>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7" name="Google Shape;10957;p38"/>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8" name="Google Shape;10958;p38"/>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59" name="Google Shape;10959;p38"/>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60" name="Google Shape;10960;p38"/>
            <p:cNvGrpSpPr/>
            <p:nvPr/>
          </p:nvGrpSpPr>
          <p:grpSpPr>
            <a:xfrm>
              <a:off x="4694463" y="51"/>
              <a:ext cx="693729" cy="693640"/>
              <a:chOff x="2491476" y="193182"/>
              <a:chExt cx="693729" cy="693640"/>
            </a:xfrm>
          </p:grpSpPr>
          <p:grpSp>
            <p:nvGrpSpPr>
              <p:cNvPr id="10961" name="Google Shape;10961;p38"/>
              <p:cNvGrpSpPr/>
              <p:nvPr/>
            </p:nvGrpSpPr>
            <p:grpSpPr>
              <a:xfrm>
                <a:off x="2491476" y="193182"/>
                <a:ext cx="693729" cy="693640"/>
                <a:chOff x="2491476" y="193182"/>
                <a:chExt cx="693729" cy="693640"/>
              </a:xfrm>
            </p:grpSpPr>
            <p:sp>
              <p:nvSpPr>
                <p:cNvPr id="10962" name="Google Shape;10962;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63" name="Google Shape;10963;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64" name="Google Shape;10964;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65" name="Google Shape;10965;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66" name="Google Shape;10966;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67" name="Google Shape;10967;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68" name="Google Shape;10968;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69" name="Google Shape;10969;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70" name="Google Shape;10970;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0971" name="Google Shape;10971;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72" name="Google Shape;10972;p38"/>
            <p:cNvGrpSpPr/>
            <p:nvPr/>
          </p:nvGrpSpPr>
          <p:grpSpPr>
            <a:xfrm>
              <a:off x="5677275" y="26"/>
              <a:ext cx="693729" cy="693640"/>
              <a:chOff x="-327325" y="-12"/>
              <a:chExt cx="693729" cy="693640"/>
            </a:xfrm>
          </p:grpSpPr>
          <p:sp>
            <p:nvSpPr>
              <p:cNvPr id="10973" name="Google Shape;10973;p38"/>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74" name="Google Shape;10974;p38"/>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75" name="Google Shape;10975;p38"/>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76" name="Google Shape;10976;p38"/>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77" name="Google Shape;10977;p38"/>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78" name="Google Shape;10978;p38"/>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79" name="Google Shape;10979;p38"/>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0" name="Google Shape;10980;p38"/>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1" name="Google Shape;10981;p38"/>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2" name="Google Shape;10982;p38"/>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83" name="Google Shape;10983;p38"/>
            <p:cNvGrpSpPr/>
            <p:nvPr/>
          </p:nvGrpSpPr>
          <p:grpSpPr>
            <a:xfrm>
              <a:off x="6660085" y="-4"/>
              <a:ext cx="693729" cy="693701"/>
              <a:chOff x="655485" y="11886"/>
              <a:chExt cx="693729" cy="693701"/>
            </a:xfrm>
          </p:grpSpPr>
          <p:sp>
            <p:nvSpPr>
              <p:cNvPr id="10984" name="Google Shape;10984;p38"/>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5" name="Google Shape;10985;p38"/>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6" name="Google Shape;10986;p38"/>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7" name="Google Shape;10987;p38"/>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8" name="Google Shape;10988;p38"/>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89" name="Google Shape;10989;p38"/>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90" name="Google Shape;10990;p38"/>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91" name="Google Shape;10991;p38"/>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92" name="Google Shape;10992;p38"/>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93" name="Google Shape;10993;p38"/>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0994" name="Google Shape;10994;p38"/>
            <p:cNvGrpSpPr/>
            <p:nvPr/>
          </p:nvGrpSpPr>
          <p:grpSpPr>
            <a:xfrm>
              <a:off x="7642888" y="26"/>
              <a:ext cx="693729" cy="693640"/>
              <a:chOff x="2491476" y="193182"/>
              <a:chExt cx="693729" cy="693640"/>
            </a:xfrm>
          </p:grpSpPr>
          <p:grpSp>
            <p:nvGrpSpPr>
              <p:cNvPr id="10995" name="Google Shape;10995;p38"/>
              <p:cNvGrpSpPr/>
              <p:nvPr/>
            </p:nvGrpSpPr>
            <p:grpSpPr>
              <a:xfrm>
                <a:off x="2491476" y="193182"/>
                <a:ext cx="693729" cy="693640"/>
                <a:chOff x="2491476" y="193182"/>
                <a:chExt cx="693729" cy="693640"/>
              </a:xfrm>
            </p:grpSpPr>
            <p:sp>
              <p:nvSpPr>
                <p:cNvPr id="10996" name="Google Shape;10996;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97" name="Google Shape;10997;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98" name="Google Shape;10998;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999" name="Google Shape;10999;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00" name="Google Shape;11000;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01" name="Google Shape;11001;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02" name="Google Shape;11002;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03" name="Google Shape;11003;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04" name="Google Shape;11004;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005" name="Google Shape;11005;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06" name="Google Shape;11006;p38"/>
            <p:cNvGrpSpPr/>
            <p:nvPr/>
          </p:nvGrpSpPr>
          <p:grpSpPr>
            <a:xfrm>
              <a:off x="8625688" y="26"/>
              <a:ext cx="693729" cy="693640"/>
              <a:chOff x="2491476" y="193182"/>
              <a:chExt cx="693729" cy="693640"/>
            </a:xfrm>
          </p:grpSpPr>
          <p:grpSp>
            <p:nvGrpSpPr>
              <p:cNvPr id="11007" name="Google Shape;11007;p38"/>
              <p:cNvGrpSpPr/>
              <p:nvPr/>
            </p:nvGrpSpPr>
            <p:grpSpPr>
              <a:xfrm>
                <a:off x="2491476" y="193182"/>
                <a:ext cx="693729" cy="693640"/>
                <a:chOff x="2491476" y="193182"/>
                <a:chExt cx="693729" cy="693640"/>
              </a:xfrm>
            </p:grpSpPr>
            <p:sp>
              <p:nvSpPr>
                <p:cNvPr id="11008" name="Google Shape;11008;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09" name="Google Shape;11009;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10" name="Google Shape;11010;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11" name="Google Shape;11011;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12" name="Google Shape;11012;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13" name="Google Shape;11013;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14" name="Google Shape;11014;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15" name="Google Shape;11015;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16" name="Google Shape;11016;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017" name="Google Shape;11017;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18" name="Google Shape;11018;p38"/>
            <p:cNvGrpSpPr/>
            <p:nvPr/>
          </p:nvGrpSpPr>
          <p:grpSpPr>
            <a:xfrm>
              <a:off x="272785" y="493006"/>
              <a:ext cx="693729" cy="693729"/>
              <a:chOff x="157640" y="503742"/>
              <a:chExt cx="693729" cy="693729"/>
            </a:xfrm>
          </p:grpSpPr>
          <p:sp>
            <p:nvSpPr>
              <p:cNvPr id="11019" name="Google Shape;11019;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0" name="Google Shape;11020;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1" name="Google Shape;11021;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2" name="Google Shape;11022;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3" name="Google Shape;11023;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4" name="Google Shape;11024;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5" name="Google Shape;11025;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6" name="Google Shape;11026;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7" name="Google Shape;11027;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28" name="Google Shape;11028;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29" name="Google Shape;11029;p38"/>
            <p:cNvGrpSpPr/>
            <p:nvPr/>
          </p:nvGrpSpPr>
          <p:grpSpPr>
            <a:xfrm>
              <a:off x="1254899" y="493051"/>
              <a:ext cx="693729" cy="693640"/>
              <a:chOff x="2491476" y="193182"/>
              <a:chExt cx="693729" cy="693640"/>
            </a:xfrm>
          </p:grpSpPr>
          <p:grpSp>
            <p:nvGrpSpPr>
              <p:cNvPr id="11030" name="Google Shape;11030;p38"/>
              <p:cNvGrpSpPr/>
              <p:nvPr/>
            </p:nvGrpSpPr>
            <p:grpSpPr>
              <a:xfrm>
                <a:off x="2491476" y="193182"/>
                <a:ext cx="693729" cy="693640"/>
                <a:chOff x="2491476" y="193182"/>
                <a:chExt cx="693729" cy="693640"/>
              </a:xfrm>
            </p:grpSpPr>
            <p:sp>
              <p:nvSpPr>
                <p:cNvPr id="11031" name="Google Shape;11031;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2" name="Google Shape;11032;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3" name="Google Shape;11033;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4" name="Google Shape;11034;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5" name="Google Shape;11035;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6" name="Google Shape;11036;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7" name="Google Shape;11037;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8" name="Google Shape;11038;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39" name="Google Shape;11039;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040" name="Google Shape;11040;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41" name="Google Shape;11041;p38"/>
            <p:cNvGrpSpPr/>
            <p:nvPr/>
          </p:nvGrpSpPr>
          <p:grpSpPr>
            <a:xfrm>
              <a:off x="2237810" y="493006"/>
              <a:ext cx="693729" cy="693729"/>
              <a:chOff x="157640" y="503742"/>
              <a:chExt cx="693729" cy="693729"/>
            </a:xfrm>
          </p:grpSpPr>
          <p:sp>
            <p:nvSpPr>
              <p:cNvPr id="11042" name="Google Shape;11042;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43" name="Google Shape;11043;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44" name="Google Shape;11044;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45" name="Google Shape;11045;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46" name="Google Shape;11046;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47" name="Google Shape;11047;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48" name="Google Shape;11048;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49" name="Google Shape;11049;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50" name="Google Shape;11050;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51" name="Google Shape;11051;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52" name="Google Shape;11052;p38"/>
            <p:cNvGrpSpPr/>
            <p:nvPr/>
          </p:nvGrpSpPr>
          <p:grpSpPr>
            <a:xfrm>
              <a:off x="3219924" y="493051"/>
              <a:ext cx="693729" cy="693640"/>
              <a:chOff x="2491476" y="193182"/>
              <a:chExt cx="693729" cy="693640"/>
            </a:xfrm>
          </p:grpSpPr>
          <p:grpSp>
            <p:nvGrpSpPr>
              <p:cNvPr id="11053" name="Google Shape;11053;p38"/>
              <p:cNvGrpSpPr/>
              <p:nvPr/>
            </p:nvGrpSpPr>
            <p:grpSpPr>
              <a:xfrm>
                <a:off x="2491476" y="193182"/>
                <a:ext cx="693729" cy="693640"/>
                <a:chOff x="2491476" y="193182"/>
                <a:chExt cx="693729" cy="693640"/>
              </a:xfrm>
            </p:grpSpPr>
            <p:sp>
              <p:nvSpPr>
                <p:cNvPr id="11054" name="Google Shape;11054;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55" name="Google Shape;11055;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56" name="Google Shape;11056;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57" name="Google Shape;11057;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58" name="Google Shape;11058;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59" name="Google Shape;11059;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60" name="Google Shape;11060;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61" name="Google Shape;11061;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62" name="Google Shape;11062;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063" name="Google Shape;11063;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64" name="Google Shape;11064;p38"/>
            <p:cNvGrpSpPr/>
            <p:nvPr/>
          </p:nvGrpSpPr>
          <p:grpSpPr>
            <a:xfrm>
              <a:off x="4203710" y="493006"/>
              <a:ext cx="693729" cy="693729"/>
              <a:chOff x="157640" y="503742"/>
              <a:chExt cx="693729" cy="693729"/>
            </a:xfrm>
          </p:grpSpPr>
          <p:sp>
            <p:nvSpPr>
              <p:cNvPr id="11065" name="Google Shape;11065;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66" name="Google Shape;11066;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67" name="Google Shape;11067;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68" name="Google Shape;11068;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69" name="Google Shape;11069;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70" name="Google Shape;11070;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71" name="Google Shape;11071;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72" name="Google Shape;11072;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73" name="Google Shape;11073;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74" name="Google Shape;11074;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75" name="Google Shape;11075;p38"/>
            <p:cNvGrpSpPr/>
            <p:nvPr/>
          </p:nvGrpSpPr>
          <p:grpSpPr>
            <a:xfrm>
              <a:off x="5185824" y="493051"/>
              <a:ext cx="693729" cy="693640"/>
              <a:chOff x="2491476" y="193182"/>
              <a:chExt cx="693729" cy="693640"/>
            </a:xfrm>
          </p:grpSpPr>
          <p:grpSp>
            <p:nvGrpSpPr>
              <p:cNvPr id="11076" name="Google Shape;11076;p38"/>
              <p:cNvGrpSpPr/>
              <p:nvPr/>
            </p:nvGrpSpPr>
            <p:grpSpPr>
              <a:xfrm>
                <a:off x="2491476" y="193182"/>
                <a:ext cx="693729" cy="693640"/>
                <a:chOff x="2491476" y="193182"/>
                <a:chExt cx="693729" cy="693640"/>
              </a:xfrm>
            </p:grpSpPr>
            <p:sp>
              <p:nvSpPr>
                <p:cNvPr id="11077" name="Google Shape;11077;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78" name="Google Shape;11078;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79" name="Google Shape;11079;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80" name="Google Shape;11080;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81" name="Google Shape;11081;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82" name="Google Shape;11082;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83" name="Google Shape;11083;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84" name="Google Shape;11084;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85" name="Google Shape;11085;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086" name="Google Shape;11086;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87" name="Google Shape;11087;p38"/>
            <p:cNvGrpSpPr/>
            <p:nvPr/>
          </p:nvGrpSpPr>
          <p:grpSpPr>
            <a:xfrm>
              <a:off x="6168735" y="493006"/>
              <a:ext cx="693729" cy="693729"/>
              <a:chOff x="157640" y="503742"/>
              <a:chExt cx="693729" cy="693729"/>
            </a:xfrm>
          </p:grpSpPr>
          <p:sp>
            <p:nvSpPr>
              <p:cNvPr id="11088" name="Google Shape;11088;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89" name="Google Shape;11089;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0" name="Google Shape;11090;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1" name="Google Shape;11091;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2" name="Google Shape;11092;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3" name="Google Shape;11093;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4" name="Google Shape;11094;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5" name="Google Shape;11095;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6" name="Google Shape;11096;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097" name="Google Shape;11097;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098" name="Google Shape;11098;p38"/>
            <p:cNvGrpSpPr/>
            <p:nvPr/>
          </p:nvGrpSpPr>
          <p:grpSpPr>
            <a:xfrm>
              <a:off x="7150849" y="493051"/>
              <a:ext cx="693729" cy="693640"/>
              <a:chOff x="2491476" y="193182"/>
              <a:chExt cx="693729" cy="693640"/>
            </a:xfrm>
          </p:grpSpPr>
          <p:grpSp>
            <p:nvGrpSpPr>
              <p:cNvPr id="11099" name="Google Shape;11099;p38"/>
              <p:cNvGrpSpPr/>
              <p:nvPr/>
            </p:nvGrpSpPr>
            <p:grpSpPr>
              <a:xfrm>
                <a:off x="2491476" y="193182"/>
                <a:ext cx="693729" cy="693640"/>
                <a:chOff x="2491476" y="193182"/>
                <a:chExt cx="693729" cy="693640"/>
              </a:xfrm>
            </p:grpSpPr>
            <p:sp>
              <p:nvSpPr>
                <p:cNvPr id="11100" name="Google Shape;11100;p38"/>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1" name="Google Shape;11101;p38"/>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2" name="Google Shape;11102;p38"/>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3" name="Google Shape;11103;p38"/>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4" name="Google Shape;11104;p38"/>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5" name="Google Shape;11105;p38"/>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6" name="Google Shape;11106;p38"/>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7" name="Google Shape;11107;p38"/>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08" name="Google Shape;11108;p38"/>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109" name="Google Shape;11109;p38"/>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110" name="Google Shape;11110;p38"/>
            <p:cNvGrpSpPr/>
            <p:nvPr/>
          </p:nvGrpSpPr>
          <p:grpSpPr>
            <a:xfrm>
              <a:off x="8132960" y="493006"/>
              <a:ext cx="693729" cy="693729"/>
              <a:chOff x="157640" y="503742"/>
              <a:chExt cx="693729" cy="693729"/>
            </a:xfrm>
          </p:grpSpPr>
          <p:sp>
            <p:nvSpPr>
              <p:cNvPr id="11111" name="Google Shape;11111;p38"/>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2" name="Google Shape;11112;p38"/>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3" name="Google Shape;11113;p38"/>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4" name="Google Shape;11114;p38"/>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5" name="Google Shape;11115;p38"/>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6" name="Google Shape;11116;p38"/>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7" name="Google Shape;11117;p38"/>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8" name="Google Shape;11118;p38"/>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19" name="Google Shape;11119;p38"/>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120" name="Google Shape;11120;p38"/>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pic>
        <p:nvPicPr>
          <p:cNvPr id="3" name="Picture 2" descr="A green shield with red and white text&#10;&#10;AI-generated content may be incorrect.">
            <a:extLst>
              <a:ext uri="{FF2B5EF4-FFF2-40B4-BE49-F238E27FC236}">
                <a16:creationId xmlns:a16="http://schemas.microsoft.com/office/drawing/2014/main" id="{8A5247AB-D04B-2CAC-E2DF-479AA7352040}"/>
              </a:ext>
            </a:extLst>
          </p:cNvPr>
          <p:cNvPicPr>
            <a:picLocks noChangeAspect="1"/>
          </p:cNvPicPr>
          <p:nvPr/>
        </p:nvPicPr>
        <p:blipFill>
          <a:blip r:embed="rId3"/>
          <a:stretch>
            <a:fillRect/>
          </a:stretch>
        </p:blipFill>
        <p:spPr>
          <a:xfrm>
            <a:off x="410272" y="890719"/>
            <a:ext cx="1286933" cy="146755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24"/>
        <p:cNvGrpSpPr/>
        <p:nvPr/>
      </p:nvGrpSpPr>
      <p:grpSpPr>
        <a:xfrm>
          <a:off x="0" y="0"/>
          <a:ext cx="0" cy="0"/>
          <a:chOff x="0" y="0"/>
          <a:chExt cx="0" cy="0"/>
        </a:xfrm>
      </p:grpSpPr>
      <p:sp>
        <p:nvSpPr>
          <p:cNvPr id="11125" name="Google Shape;11125;p39"/>
          <p:cNvSpPr txBox="1">
            <a:spLocks noGrp="1"/>
          </p:cNvSpPr>
          <p:nvPr>
            <p:ph type="title"/>
          </p:nvPr>
        </p:nvSpPr>
        <p:spPr>
          <a:xfrm>
            <a:off x="720000" y="363840"/>
            <a:ext cx="7704000" cy="63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b="1" dirty="0">
                <a:effectLst/>
                <a:latin typeface="Times New Roman" panose="02020603050405020304" pitchFamily="18" charset="0"/>
                <a:ea typeface="Aptos" panose="020B0004020202020204" pitchFamily="34" charset="0"/>
              </a:rPr>
              <a:t>Contents</a:t>
            </a:r>
            <a:endParaRPr sz="4800" b="1" dirty="0"/>
          </a:p>
        </p:txBody>
      </p:sp>
      <p:graphicFrame>
        <p:nvGraphicFramePr>
          <p:cNvPr id="11128" name="Google Shape;11128;p39"/>
          <p:cNvGraphicFramePr/>
          <p:nvPr>
            <p:extLst>
              <p:ext uri="{D42A27DB-BD31-4B8C-83A1-F6EECF244321}">
                <p14:modId xmlns:p14="http://schemas.microsoft.com/office/powerpoint/2010/main" val="1396518423"/>
              </p:ext>
            </p:extLst>
          </p:nvPr>
        </p:nvGraphicFramePr>
        <p:xfrm>
          <a:off x="3069333" y="1174500"/>
          <a:ext cx="3670134" cy="3611950"/>
        </p:xfrm>
        <a:graphic>
          <a:graphicData uri="http://schemas.openxmlformats.org/drawingml/2006/table">
            <a:tbl>
              <a:tblPr>
                <a:noFill/>
                <a:tableStyleId>{FEBD37CE-5B77-48BD-843F-48B731D46B54}</a:tableStyleId>
              </a:tblPr>
              <a:tblGrid>
                <a:gridCol w="3670134">
                  <a:extLst>
                    <a:ext uri="{9D8B030D-6E8A-4147-A177-3AD203B41FA5}">
                      <a16:colId xmlns:a16="http://schemas.microsoft.com/office/drawing/2014/main" val="20000"/>
                    </a:ext>
                  </a:extLst>
                </a:gridCol>
              </a:tblGrid>
              <a:tr h="312025">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400" b="1" i="0" u="none" strike="noStrike" cap="none" dirty="0">
                          <a:solidFill>
                            <a:schemeClr val="tx1"/>
                          </a:solidFill>
                          <a:effectLst/>
                          <a:latin typeface="Arial"/>
                          <a:ea typeface="Arial"/>
                          <a:cs typeface="Arial"/>
                          <a:sym typeface="Arial"/>
                        </a:rPr>
                        <a:t>Abstract</a:t>
                      </a:r>
                      <a:endParaRPr lang="en-US" sz="1400" b="0" i="0" u="none" strike="noStrike" cap="none" dirty="0">
                        <a:solidFill>
                          <a:schemeClr val="tx1"/>
                        </a:solidFill>
                        <a:effectLst/>
                        <a:latin typeface="Arial"/>
                        <a:ea typeface="Arial"/>
                        <a:cs typeface="Arial"/>
                        <a:sym typeface="Arial"/>
                      </a:endParaRPr>
                    </a:p>
                    <a:p>
                      <a:pPr marL="0" lvl="0" indent="0" algn="l" rtl="0">
                        <a:lnSpc>
                          <a:spcPct val="115000"/>
                        </a:lnSpc>
                        <a:spcBef>
                          <a:spcPts val="0"/>
                        </a:spcBef>
                        <a:spcAft>
                          <a:spcPts val="0"/>
                        </a:spcAft>
                        <a:buNone/>
                      </a:pPr>
                      <a:endParaRPr sz="1000" dirty="0">
                        <a:solidFill>
                          <a:schemeClr val="tx1"/>
                        </a:solidFill>
                        <a:latin typeface="Lexend"/>
                        <a:ea typeface="Lexend"/>
                        <a:cs typeface="Lexend"/>
                        <a:sym typeface="Lexen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38510">
                <a:tc>
                  <a:txBody>
                    <a:bodyPr/>
                    <a:lstStyle/>
                    <a:p>
                      <a:pPr marL="0" lvl="0" indent="0" algn="l" rtl="0">
                        <a:lnSpc>
                          <a:spcPct val="115000"/>
                        </a:lnSpc>
                        <a:spcBef>
                          <a:spcPts val="0"/>
                        </a:spcBef>
                        <a:spcAft>
                          <a:spcPts val="0"/>
                        </a:spcAft>
                        <a:buNone/>
                      </a:pPr>
                      <a:r>
                        <a:rPr lang="en-US" sz="1400" b="1" i="0" u="none" strike="noStrike" cap="none" dirty="0">
                          <a:solidFill>
                            <a:schemeClr val="tx1"/>
                          </a:solidFill>
                          <a:effectLst/>
                          <a:latin typeface="Arial"/>
                          <a:ea typeface="Arial"/>
                          <a:cs typeface="Arial"/>
                          <a:sym typeface="Arial"/>
                        </a:rPr>
                        <a:t>Introduction</a:t>
                      </a:r>
                    </a:p>
                    <a:p>
                      <a:pPr marL="0" lvl="0" indent="0" algn="l" rtl="0">
                        <a:lnSpc>
                          <a:spcPct val="115000"/>
                        </a:lnSpc>
                        <a:spcBef>
                          <a:spcPts val="0"/>
                        </a:spcBef>
                        <a:spcAft>
                          <a:spcPts val="0"/>
                        </a:spcAft>
                        <a:buNone/>
                      </a:pPr>
                      <a:endParaRPr sz="1000" dirty="0">
                        <a:solidFill>
                          <a:schemeClr val="tx1"/>
                        </a:solidFill>
                        <a:latin typeface="Lexend"/>
                        <a:ea typeface="Lexend"/>
                        <a:cs typeface="Lexend"/>
                        <a:sym typeface="Lexen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85369">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400" dirty="0">
                          <a:solidFill>
                            <a:schemeClr val="tx1"/>
                          </a:solidFill>
                          <a:latin typeface="Lexend"/>
                          <a:ea typeface="Lexend"/>
                          <a:cs typeface="Lexend"/>
                          <a:sym typeface="Lexend"/>
                        </a:rPr>
                        <a:t>Device Design</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3555063081"/>
                  </a:ext>
                </a:extLst>
              </a:tr>
              <a:tr h="485369">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en-US" sz="1400" b="1" i="0" u="none" strike="noStrike" cap="none" dirty="0">
                          <a:solidFill>
                            <a:schemeClr val="tx1"/>
                          </a:solidFill>
                          <a:effectLst/>
                          <a:latin typeface="Arial"/>
                          <a:ea typeface="Arial"/>
                          <a:cs typeface="Arial"/>
                          <a:sym typeface="Arial"/>
                        </a:rPr>
                        <a:t>Simulation </a:t>
                      </a:r>
                      <a:endParaRPr lang="en-US" sz="1000" dirty="0">
                        <a:solidFill>
                          <a:schemeClr val="tx1"/>
                        </a:solidFill>
                        <a:latin typeface="Lexend"/>
                        <a:ea typeface="Lexend"/>
                        <a:cs typeface="Lexend"/>
                        <a:sym typeface="Lexen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12025">
                <a:tc>
                  <a:txBody>
                    <a:bodyPr/>
                    <a:lstStyle/>
                    <a:p>
                      <a:pPr marL="0" lvl="0" indent="0" algn="l" rtl="0">
                        <a:lnSpc>
                          <a:spcPct val="115000"/>
                        </a:lnSpc>
                        <a:spcBef>
                          <a:spcPts val="0"/>
                        </a:spcBef>
                        <a:spcAft>
                          <a:spcPts val="0"/>
                        </a:spcAft>
                        <a:buNone/>
                      </a:pPr>
                      <a:r>
                        <a:rPr lang="en-US" sz="1050" dirty="0">
                          <a:solidFill>
                            <a:schemeClr val="tx1"/>
                          </a:solidFill>
                          <a:latin typeface="Lexend"/>
                          <a:ea typeface="Lexend"/>
                          <a:cs typeface="Lexend"/>
                          <a:sym typeface="Lexend"/>
                        </a:rPr>
                        <a:t> </a:t>
                      </a:r>
                      <a:r>
                        <a:rPr lang="en-US" sz="1400" dirty="0">
                          <a:solidFill>
                            <a:schemeClr val="tx1"/>
                          </a:solidFill>
                          <a:latin typeface="Lexend"/>
                          <a:ea typeface="Lexend"/>
                          <a:cs typeface="Lexend"/>
                          <a:sym typeface="Lexend"/>
                        </a:rPr>
                        <a:t>Operation</a:t>
                      </a:r>
                      <a:endParaRPr sz="1050" dirty="0">
                        <a:solidFill>
                          <a:schemeClr val="tx1"/>
                        </a:solidFill>
                        <a:latin typeface="Lexend"/>
                        <a:ea typeface="Lexend"/>
                        <a:cs typeface="Lexend"/>
                        <a:sym typeface="Lexen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61250">
                <a:tc>
                  <a:txBody>
                    <a:bodyPr/>
                    <a:lstStyle/>
                    <a:p>
                      <a:pPr marL="0" lvl="0" indent="0" algn="l" rtl="0">
                        <a:lnSpc>
                          <a:spcPct val="115000"/>
                        </a:lnSpc>
                        <a:spcBef>
                          <a:spcPts val="0"/>
                        </a:spcBef>
                        <a:spcAft>
                          <a:spcPts val="0"/>
                        </a:spcAft>
                        <a:buNone/>
                      </a:pPr>
                      <a:r>
                        <a:rPr lang="en-US" sz="1600" dirty="0">
                          <a:solidFill>
                            <a:schemeClr val="tx1"/>
                          </a:solidFill>
                          <a:latin typeface="Lexend"/>
                          <a:ea typeface="Lexend"/>
                          <a:cs typeface="Lexend"/>
                          <a:sym typeface="Lexend"/>
                        </a:rPr>
                        <a:t> Results </a:t>
                      </a:r>
                      <a:endParaRPr sz="1600" dirty="0">
                        <a:solidFill>
                          <a:schemeClr val="tx1"/>
                        </a:solidFill>
                        <a:latin typeface="Lexend"/>
                        <a:ea typeface="Lexend"/>
                        <a:cs typeface="Lexend"/>
                        <a:sym typeface="Lexen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12025">
                <a:tc>
                  <a:txBody>
                    <a:bodyPr/>
                    <a:lstStyle/>
                    <a:p>
                      <a:pPr marL="0" lvl="0" indent="0" algn="l" rtl="0">
                        <a:lnSpc>
                          <a:spcPct val="115000"/>
                        </a:lnSpc>
                        <a:spcBef>
                          <a:spcPts val="0"/>
                        </a:spcBef>
                        <a:spcAft>
                          <a:spcPts val="0"/>
                        </a:spcAft>
                        <a:buNone/>
                      </a:pPr>
                      <a:r>
                        <a:rPr lang="en-US" sz="1400" b="1" i="0" u="none" strike="noStrike" cap="none" dirty="0">
                          <a:solidFill>
                            <a:schemeClr val="tx1"/>
                          </a:solidFill>
                          <a:effectLst/>
                          <a:latin typeface="Arial"/>
                          <a:ea typeface="Arial"/>
                          <a:cs typeface="Arial"/>
                          <a:sym typeface="Arial"/>
                        </a:rPr>
                        <a:t>Conclusion</a:t>
                      </a:r>
                    </a:p>
                    <a:p>
                      <a:pPr marL="0" lvl="0" indent="0" algn="l" rtl="0">
                        <a:lnSpc>
                          <a:spcPct val="115000"/>
                        </a:lnSpc>
                        <a:spcBef>
                          <a:spcPts val="0"/>
                        </a:spcBef>
                        <a:spcAft>
                          <a:spcPts val="0"/>
                        </a:spcAft>
                        <a:buNone/>
                      </a:pPr>
                      <a:endParaRPr lang="en-US" sz="1000" dirty="0">
                        <a:solidFill>
                          <a:schemeClr val="tx1"/>
                        </a:solidFill>
                        <a:latin typeface="Lexend"/>
                        <a:ea typeface="Lexend"/>
                        <a:cs typeface="Lexend"/>
                        <a:sym typeface="Lexen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56"/>
        <p:cNvGrpSpPr/>
        <p:nvPr/>
      </p:nvGrpSpPr>
      <p:grpSpPr>
        <a:xfrm>
          <a:off x="0" y="0"/>
          <a:ext cx="0" cy="0"/>
          <a:chOff x="0" y="0"/>
          <a:chExt cx="0" cy="0"/>
        </a:xfrm>
      </p:grpSpPr>
      <p:sp>
        <p:nvSpPr>
          <p:cNvPr id="11157" name="Google Shape;11157;p41"/>
          <p:cNvSpPr txBox="1">
            <a:spLocks noGrp="1"/>
          </p:cNvSpPr>
          <p:nvPr>
            <p:ph type="subTitle" idx="1"/>
          </p:nvPr>
        </p:nvSpPr>
        <p:spPr>
          <a:xfrm rot="230">
            <a:off x="1986324" y="1768651"/>
            <a:ext cx="6124216" cy="68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500" b="1" kern="100" dirty="0">
                <a:effectLst/>
                <a:latin typeface="Adobe Devanagari" panose="02040503050201020203" pitchFamily="18" charset="0"/>
                <a:ea typeface="Aptos" panose="020B0004020202020204" pitchFamily="34" charset="0"/>
                <a:cs typeface="Arial" panose="020B0604020202020204" pitchFamily="34" charset="0"/>
              </a:rPr>
              <a:t>This project presents the modeling and simulation of a domestic hot water system, focusing on the heating process within a pipe through which water flows. A mathematical model capturing the heat transfer, fluid properties, and heat loss to the environment was developed. MATLAB's ODE solver was used to simulate transient temperature changes and system efficiency under varying conditions, including heater power and insulation presence. Results demonstrate the impact of insulation and flow rate on heating efficiency and outlet temperature, providing insights into system optimization..</a:t>
            </a:r>
            <a:endParaRPr sz="1500" dirty="0"/>
          </a:p>
        </p:txBody>
      </p:sp>
      <p:sp>
        <p:nvSpPr>
          <p:cNvPr id="11158" name="Google Shape;11158;p41"/>
          <p:cNvSpPr txBox="1">
            <a:spLocks noGrp="1"/>
          </p:cNvSpPr>
          <p:nvPr>
            <p:ph type="title"/>
          </p:nvPr>
        </p:nvSpPr>
        <p:spPr>
          <a:xfrm>
            <a:off x="1986300" y="0"/>
            <a:ext cx="5171400" cy="111628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400" dirty="0"/>
              <a:t>Abstract</a:t>
            </a:r>
            <a:endParaRPr sz="8000" dirty="0"/>
          </a:p>
        </p:txBody>
      </p:sp>
      <p:grpSp>
        <p:nvGrpSpPr>
          <p:cNvPr id="11159" name="Google Shape;11159;p41"/>
          <p:cNvGrpSpPr/>
          <p:nvPr/>
        </p:nvGrpSpPr>
        <p:grpSpPr>
          <a:xfrm>
            <a:off x="776039" y="-601987"/>
            <a:ext cx="1141558" cy="6347481"/>
            <a:chOff x="776039" y="-601987"/>
            <a:chExt cx="1141558" cy="6347481"/>
          </a:xfrm>
        </p:grpSpPr>
        <p:sp>
          <p:nvSpPr>
            <p:cNvPr id="11160" name="Google Shape;11160;p41"/>
            <p:cNvSpPr/>
            <p:nvPr/>
          </p:nvSpPr>
          <p:spPr>
            <a:xfrm>
              <a:off x="776039" y="-601987"/>
              <a:ext cx="668333" cy="668305"/>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1" name="Google Shape;11161;p41"/>
            <p:cNvSpPr/>
            <p:nvPr/>
          </p:nvSpPr>
          <p:spPr>
            <a:xfrm>
              <a:off x="809344" y="-568628"/>
              <a:ext cx="601728" cy="60159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2" name="Google Shape;11162;p41"/>
            <p:cNvSpPr/>
            <p:nvPr/>
          </p:nvSpPr>
          <p:spPr>
            <a:xfrm>
              <a:off x="842704" y="-535268"/>
              <a:ext cx="535013" cy="534875"/>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3" name="Google Shape;11163;p41"/>
            <p:cNvSpPr/>
            <p:nvPr/>
          </p:nvSpPr>
          <p:spPr>
            <a:xfrm>
              <a:off x="876009" y="-501881"/>
              <a:ext cx="468408" cy="468105"/>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4" name="Google Shape;11164;p41"/>
            <p:cNvSpPr/>
            <p:nvPr/>
          </p:nvSpPr>
          <p:spPr>
            <a:xfrm>
              <a:off x="909314" y="-468521"/>
              <a:ext cx="401803" cy="401390"/>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5" name="Google Shape;11165;p41"/>
            <p:cNvSpPr/>
            <p:nvPr/>
          </p:nvSpPr>
          <p:spPr>
            <a:xfrm>
              <a:off x="942674" y="-435161"/>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6" name="Google Shape;11166;p41"/>
            <p:cNvSpPr/>
            <p:nvPr/>
          </p:nvSpPr>
          <p:spPr>
            <a:xfrm>
              <a:off x="975979" y="-401746"/>
              <a:ext cx="268483" cy="267850"/>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7" name="Google Shape;11167;p41"/>
            <p:cNvSpPr/>
            <p:nvPr/>
          </p:nvSpPr>
          <p:spPr>
            <a:xfrm>
              <a:off x="1009283" y="-368386"/>
              <a:ext cx="201877" cy="201135"/>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8" name="Google Shape;11168;p41"/>
            <p:cNvSpPr/>
            <p:nvPr/>
          </p:nvSpPr>
          <p:spPr>
            <a:xfrm>
              <a:off x="1042643" y="-334999"/>
              <a:ext cx="135163" cy="134393"/>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9" name="Google Shape;11169;p41"/>
            <p:cNvSpPr/>
            <p:nvPr/>
          </p:nvSpPr>
          <p:spPr>
            <a:xfrm>
              <a:off x="1249293" y="-128790"/>
              <a:ext cx="668305" cy="668333"/>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0" name="Google Shape;11170;p41"/>
            <p:cNvSpPr/>
            <p:nvPr/>
          </p:nvSpPr>
          <p:spPr>
            <a:xfrm>
              <a:off x="1282598" y="-95375"/>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1" name="Google Shape;11171;p41"/>
            <p:cNvSpPr/>
            <p:nvPr/>
          </p:nvSpPr>
          <p:spPr>
            <a:xfrm>
              <a:off x="1315930" y="-62015"/>
              <a:ext cx="535040" cy="534848"/>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2" name="Google Shape;11172;p41"/>
            <p:cNvSpPr/>
            <p:nvPr/>
          </p:nvSpPr>
          <p:spPr>
            <a:xfrm>
              <a:off x="1349262" y="-28655"/>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3" name="Google Shape;11173;p41"/>
            <p:cNvSpPr/>
            <p:nvPr/>
          </p:nvSpPr>
          <p:spPr>
            <a:xfrm>
              <a:off x="1382567" y="4732"/>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4" name="Google Shape;11174;p41"/>
            <p:cNvSpPr/>
            <p:nvPr/>
          </p:nvSpPr>
          <p:spPr>
            <a:xfrm>
              <a:off x="1415927" y="38119"/>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5" name="Google Shape;11175;p41"/>
            <p:cNvSpPr/>
            <p:nvPr/>
          </p:nvSpPr>
          <p:spPr>
            <a:xfrm>
              <a:off x="1449232" y="71451"/>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6" name="Google Shape;11176;p41"/>
            <p:cNvSpPr/>
            <p:nvPr/>
          </p:nvSpPr>
          <p:spPr>
            <a:xfrm>
              <a:off x="1482564" y="104839"/>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7" name="Google Shape;11177;p41"/>
            <p:cNvSpPr/>
            <p:nvPr/>
          </p:nvSpPr>
          <p:spPr>
            <a:xfrm>
              <a:off x="1515897" y="138226"/>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8" name="Google Shape;11178;p41"/>
            <p:cNvSpPr/>
            <p:nvPr/>
          </p:nvSpPr>
          <p:spPr>
            <a:xfrm>
              <a:off x="1549201" y="171558"/>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9" name="Google Shape;11179;p41"/>
            <p:cNvSpPr/>
            <p:nvPr/>
          </p:nvSpPr>
          <p:spPr>
            <a:xfrm>
              <a:off x="776039" y="344463"/>
              <a:ext cx="668333"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0" name="Google Shape;11180;p41"/>
            <p:cNvSpPr/>
            <p:nvPr/>
          </p:nvSpPr>
          <p:spPr>
            <a:xfrm>
              <a:off x="809344" y="377850"/>
              <a:ext cx="601728"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1" name="Google Shape;11181;p41"/>
            <p:cNvSpPr/>
            <p:nvPr/>
          </p:nvSpPr>
          <p:spPr>
            <a:xfrm>
              <a:off x="842704" y="411237"/>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2" name="Google Shape;11182;p41"/>
            <p:cNvSpPr/>
            <p:nvPr/>
          </p:nvSpPr>
          <p:spPr>
            <a:xfrm>
              <a:off x="876009" y="444570"/>
              <a:ext cx="468408" cy="468133"/>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3" name="Google Shape;11183;p41"/>
            <p:cNvSpPr/>
            <p:nvPr/>
          </p:nvSpPr>
          <p:spPr>
            <a:xfrm>
              <a:off x="909314" y="477957"/>
              <a:ext cx="401803"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4" name="Google Shape;11184;p41"/>
            <p:cNvSpPr/>
            <p:nvPr/>
          </p:nvSpPr>
          <p:spPr>
            <a:xfrm>
              <a:off x="942674" y="511344"/>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5" name="Google Shape;11185;p41"/>
            <p:cNvSpPr/>
            <p:nvPr/>
          </p:nvSpPr>
          <p:spPr>
            <a:xfrm>
              <a:off x="975979" y="544677"/>
              <a:ext cx="268483"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6" name="Google Shape;11186;p41"/>
            <p:cNvSpPr/>
            <p:nvPr/>
          </p:nvSpPr>
          <p:spPr>
            <a:xfrm>
              <a:off x="1009283" y="578091"/>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7" name="Google Shape;11187;p41"/>
            <p:cNvSpPr/>
            <p:nvPr/>
          </p:nvSpPr>
          <p:spPr>
            <a:xfrm>
              <a:off x="1042643" y="611479"/>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8" name="Google Shape;11188;p41"/>
            <p:cNvSpPr/>
            <p:nvPr/>
          </p:nvSpPr>
          <p:spPr>
            <a:xfrm>
              <a:off x="1249293" y="817688"/>
              <a:ext cx="668305" cy="668360"/>
            </a:xfrm>
            <a:custGeom>
              <a:avLst/>
              <a:gdLst/>
              <a:ahLst/>
              <a:cxnLst/>
              <a:rect l="l" t="t" r="r" b="b"/>
              <a:pathLst>
                <a:path w="24302" h="24304" fill="none" extrusionOk="0">
                  <a:moveTo>
                    <a:pt x="7117" y="24304"/>
                  </a:moveTo>
                  <a:lnTo>
                    <a:pt x="0" y="17185"/>
                  </a:lnTo>
                  <a:lnTo>
                    <a:pt x="0" y="7118"/>
                  </a:lnTo>
                  <a:lnTo>
                    <a:pt x="7117" y="1"/>
                  </a:lnTo>
                  <a:lnTo>
                    <a:pt x="17184" y="1"/>
                  </a:lnTo>
                  <a:lnTo>
                    <a:pt x="24302" y="7118"/>
                  </a:lnTo>
                  <a:lnTo>
                    <a:pt x="24302" y="17185"/>
                  </a:lnTo>
                  <a:lnTo>
                    <a:pt x="17184"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9" name="Google Shape;11189;p41"/>
            <p:cNvSpPr/>
            <p:nvPr/>
          </p:nvSpPr>
          <p:spPr>
            <a:xfrm>
              <a:off x="1282598" y="851103"/>
              <a:ext cx="601673" cy="601563"/>
            </a:xfrm>
            <a:custGeom>
              <a:avLst/>
              <a:gdLst/>
              <a:ahLst/>
              <a:cxnLst/>
              <a:rect l="l" t="t" r="r" b="b"/>
              <a:pathLst>
                <a:path w="21879"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0" name="Google Shape;11190;p41"/>
            <p:cNvSpPr/>
            <p:nvPr/>
          </p:nvSpPr>
          <p:spPr>
            <a:xfrm>
              <a:off x="1315930" y="884462"/>
              <a:ext cx="535040" cy="534820"/>
            </a:xfrm>
            <a:custGeom>
              <a:avLst/>
              <a:gdLst/>
              <a:ahLst/>
              <a:cxnLst/>
              <a:rect l="l" t="t" r="r" b="b"/>
              <a:pathLst>
                <a:path w="19456" h="19448" fill="none" extrusionOk="0">
                  <a:moveTo>
                    <a:pt x="5699" y="19448"/>
                  </a:moveTo>
                  <a:lnTo>
                    <a:pt x="0" y="13752"/>
                  </a:lnTo>
                  <a:lnTo>
                    <a:pt x="0" y="5696"/>
                  </a:lnTo>
                  <a:lnTo>
                    <a:pt x="5699" y="0"/>
                  </a:lnTo>
                  <a:lnTo>
                    <a:pt x="13758" y="0"/>
                  </a:lnTo>
                  <a:lnTo>
                    <a:pt x="19456" y="5696"/>
                  </a:lnTo>
                  <a:lnTo>
                    <a:pt x="19456" y="13752"/>
                  </a:lnTo>
                  <a:lnTo>
                    <a:pt x="13758"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1" name="Google Shape;11191;p41"/>
            <p:cNvSpPr/>
            <p:nvPr/>
          </p:nvSpPr>
          <p:spPr>
            <a:xfrm>
              <a:off x="1349262" y="917822"/>
              <a:ext cx="468380" cy="468133"/>
            </a:xfrm>
            <a:custGeom>
              <a:avLst/>
              <a:gdLst/>
              <a:ahLst/>
              <a:cxnLst/>
              <a:rect l="l" t="t" r="r" b="b"/>
              <a:pathLst>
                <a:path w="17032"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2" name="Google Shape;11192;p41"/>
            <p:cNvSpPr/>
            <p:nvPr/>
          </p:nvSpPr>
          <p:spPr>
            <a:xfrm>
              <a:off x="1382567" y="951210"/>
              <a:ext cx="401748" cy="401363"/>
            </a:xfrm>
            <a:custGeom>
              <a:avLst/>
              <a:gdLst/>
              <a:ahLst/>
              <a:cxnLst/>
              <a:rect l="l" t="t" r="r" b="b"/>
              <a:pathLst>
                <a:path w="14609" h="14595" fill="none" extrusionOk="0">
                  <a:moveTo>
                    <a:pt x="4280" y="14594"/>
                  </a:moveTo>
                  <a:lnTo>
                    <a:pt x="0" y="10319"/>
                  </a:lnTo>
                  <a:lnTo>
                    <a:pt x="0" y="4275"/>
                  </a:lnTo>
                  <a:lnTo>
                    <a:pt x="4280" y="0"/>
                  </a:lnTo>
                  <a:lnTo>
                    <a:pt x="10330" y="0"/>
                  </a:lnTo>
                  <a:lnTo>
                    <a:pt x="14609" y="4275"/>
                  </a:lnTo>
                  <a:lnTo>
                    <a:pt x="14609" y="10319"/>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3" name="Google Shape;11193;p41"/>
            <p:cNvSpPr/>
            <p:nvPr/>
          </p:nvSpPr>
          <p:spPr>
            <a:xfrm>
              <a:off x="1415927" y="984569"/>
              <a:ext cx="335060" cy="334620"/>
            </a:xfrm>
            <a:custGeom>
              <a:avLst/>
              <a:gdLst/>
              <a:ahLst/>
              <a:cxnLst/>
              <a:rect l="l" t="t" r="r" b="b"/>
              <a:pathLst>
                <a:path w="12184" h="12168" fill="none" extrusionOk="0">
                  <a:moveTo>
                    <a:pt x="3568" y="12167"/>
                  </a:moveTo>
                  <a:lnTo>
                    <a:pt x="0" y="8604"/>
                  </a:lnTo>
                  <a:lnTo>
                    <a:pt x="0" y="3565"/>
                  </a:lnTo>
                  <a:lnTo>
                    <a:pt x="3568" y="0"/>
                  </a:lnTo>
                  <a:lnTo>
                    <a:pt x="8616" y="0"/>
                  </a:lnTo>
                  <a:lnTo>
                    <a:pt x="12184" y="3565"/>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4" name="Google Shape;11194;p41"/>
            <p:cNvSpPr/>
            <p:nvPr/>
          </p:nvSpPr>
          <p:spPr>
            <a:xfrm>
              <a:off x="1449232" y="1017957"/>
              <a:ext cx="268455" cy="267905"/>
            </a:xfrm>
            <a:custGeom>
              <a:avLst/>
              <a:gdLst/>
              <a:ahLst/>
              <a:cxnLst/>
              <a:rect l="l" t="t" r="r" b="b"/>
              <a:pathLst>
                <a:path w="9762" h="9742" fill="none" extrusionOk="0">
                  <a:moveTo>
                    <a:pt x="2860" y="9741"/>
                  </a:moveTo>
                  <a:lnTo>
                    <a:pt x="0" y="6888"/>
                  </a:lnTo>
                  <a:lnTo>
                    <a:pt x="0" y="2853"/>
                  </a:lnTo>
                  <a:lnTo>
                    <a:pt x="2860"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5" name="Google Shape;11195;p41"/>
            <p:cNvSpPr/>
            <p:nvPr/>
          </p:nvSpPr>
          <p:spPr>
            <a:xfrm>
              <a:off x="1482564" y="1051316"/>
              <a:ext cx="201795" cy="201163"/>
            </a:xfrm>
            <a:custGeom>
              <a:avLst/>
              <a:gdLst/>
              <a:ahLst/>
              <a:cxnLst/>
              <a:rect l="l" t="t" r="r" b="b"/>
              <a:pathLst>
                <a:path w="7338" h="7315" fill="none" extrusionOk="0">
                  <a:moveTo>
                    <a:pt x="2149" y="7314"/>
                  </a:moveTo>
                  <a:lnTo>
                    <a:pt x="0" y="5172"/>
                  </a:lnTo>
                  <a:lnTo>
                    <a:pt x="0" y="2142"/>
                  </a:lnTo>
                  <a:lnTo>
                    <a:pt x="2149"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6" name="Google Shape;11196;p41"/>
            <p:cNvSpPr/>
            <p:nvPr/>
          </p:nvSpPr>
          <p:spPr>
            <a:xfrm>
              <a:off x="1515897" y="1084676"/>
              <a:ext cx="135135" cy="134420"/>
            </a:xfrm>
            <a:custGeom>
              <a:avLst/>
              <a:gdLst/>
              <a:ahLst/>
              <a:cxnLst/>
              <a:rect l="l" t="t" r="r" b="b"/>
              <a:pathLst>
                <a:path w="4914" h="4888" fill="none" extrusionOk="0">
                  <a:moveTo>
                    <a:pt x="1439" y="4887"/>
                  </a:moveTo>
                  <a:lnTo>
                    <a:pt x="0" y="3457"/>
                  </a:lnTo>
                  <a:lnTo>
                    <a:pt x="0"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7" name="Google Shape;11197;p41"/>
            <p:cNvSpPr/>
            <p:nvPr/>
          </p:nvSpPr>
          <p:spPr>
            <a:xfrm>
              <a:off x="1549201" y="1118064"/>
              <a:ext cx="68530" cy="67705"/>
            </a:xfrm>
            <a:custGeom>
              <a:avLst/>
              <a:gdLst/>
              <a:ahLst/>
              <a:cxnLst/>
              <a:rect l="l" t="t" r="r" b="b"/>
              <a:pathLst>
                <a:path w="2492" h="2462" fill="none" extrusionOk="0">
                  <a:moveTo>
                    <a:pt x="731" y="2461"/>
                  </a:moveTo>
                  <a:lnTo>
                    <a:pt x="0" y="1739"/>
                  </a:lnTo>
                  <a:lnTo>
                    <a:pt x="0" y="721"/>
                  </a:lnTo>
                  <a:lnTo>
                    <a:pt x="731" y="1"/>
                  </a:lnTo>
                  <a:lnTo>
                    <a:pt x="1763" y="1"/>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8" name="Google Shape;11198;p41"/>
            <p:cNvSpPr/>
            <p:nvPr/>
          </p:nvSpPr>
          <p:spPr>
            <a:xfrm>
              <a:off x="776039" y="1290968"/>
              <a:ext cx="668333"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9" name="Google Shape;11199;p41"/>
            <p:cNvSpPr/>
            <p:nvPr/>
          </p:nvSpPr>
          <p:spPr>
            <a:xfrm>
              <a:off x="809344" y="1324300"/>
              <a:ext cx="601728" cy="601617"/>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0" name="Google Shape;11200;p41"/>
            <p:cNvSpPr/>
            <p:nvPr/>
          </p:nvSpPr>
          <p:spPr>
            <a:xfrm>
              <a:off x="842704" y="1357688"/>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1" name="Google Shape;11201;p41"/>
            <p:cNvSpPr/>
            <p:nvPr/>
          </p:nvSpPr>
          <p:spPr>
            <a:xfrm>
              <a:off x="876009" y="1391075"/>
              <a:ext cx="468408"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2" name="Google Shape;11202;p41"/>
            <p:cNvSpPr/>
            <p:nvPr/>
          </p:nvSpPr>
          <p:spPr>
            <a:xfrm>
              <a:off x="909314" y="1424407"/>
              <a:ext cx="401803"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3" name="Google Shape;11203;p41"/>
            <p:cNvSpPr/>
            <p:nvPr/>
          </p:nvSpPr>
          <p:spPr>
            <a:xfrm>
              <a:off x="942674" y="1457794"/>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4" name="Google Shape;11204;p41"/>
            <p:cNvSpPr/>
            <p:nvPr/>
          </p:nvSpPr>
          <p:spPr>
            <a:xfrm>
              <a:off x="975979" y="1491209"/>
              <a:ext cx="268483"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5" name="Google Shape;11205;p41"/>
            <p:cNvSpPr/>
            <p:nvPr/>
          </p:nvSpPr>
          <p:spPr>
            <a:xfrm>
              <a:off x="1009283" y="1524597"/>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6" name="Google Shape;11206;p41"/>
            <p:cNvSpPr/>
            <p:nvPr/>
          </p:nvSpPr>
          <p:spPr>
            <a:xfrm>
              <a:off x="1042643" y="1557929"/>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7" name="Google Shape;11207;p41"/>
            <p:cNvSpPr/>
            <p:nvPr/>
          </p:nvSpPr>
          <p:spPr>
            <a:xfrm>
              <a:off x="1249293" y="1764193"/>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8" name="Google Shape;11208;p41"/>
            <p:cNvSpPr/>
            <p:nvPr/>
          </p:nvSpPr>
          <p:spPr>
            <a:xfrm>
              <a:off x="1282598" y="1797580"/>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9" name="Google Shape;11209;p41"/>
            <p:cNvSpPr/>
            <p:nvPr/>
          </p:nvSpPr>
          <p:spPr>
            <a:xfrm>
              <a:off x="1315930" y="1830940"/>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0" name="Google Shape;11210;p41"/>
            <p:cNvSpPr/>
            <p:nvPr/>
          </p:nvSpPr>
          <p:spPr>
            <a:xfrm>
              <a:off x="1349262" y="1864327"/>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1" name="Google Shape;11211;p41"/>
            <p:cNvSpPr/>
            <p:nvPr/>
          </p:nvSpPr>
          <p:spPr>
            <a:xfrm>
              <a:off x="1382567" y="1897687"/>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2" name="Google Shape;11212;p41"/>
            <p:cNvSpPr/>
            <p:nvPr/>
          </p:nvSpPr>
          <p:spPr>
            <a:xfrm>
              <a:off x="1415927" y="1931047"/>
              <a:ext cx="335060" cy="334648"/>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3" name="Google Shape;11213;p41"/>
            <p:cNvSpPr/>
            <p:nvPr/>
          </p:nvSpPr>
          <p:spPr>
            <a:xfrm>
              <a:off x="1449232" y="1964434"/>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4" name="Google Shape;11214;p41"/>
            <p:cNvSpPr/>
            <p:nvPr/>
          </p:nvSpPr>
          <p:spPr>
            <a:xfrm>
              <a:off x="1482537" y="1997794"/>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5" name="Google Shape;11215;p41"/>
            <p:cNvSpPr/>
            <p:nvPr/>
          </p:nvSpPr>
          <p:spPr>
            <a:xfrm>
              <a:off x="1515897" y="2031154"/>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6" name="Google Shape;11216;p41"/>
            <p:cNvSpPr/>
            <p:nvPr/>
          </p:nvSpPr>
          <p:spPr>
            <a:xfrm>
              <a:off x="1549201" y="2064541"/>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7" name="Google Shape;11217;p41"/>
            <p:cNvSpPr/>
            <p:nvPr/>
          </p:nvSpPr>
          <p:spPr>
            <a:xfrm>
              <a:off x="776039" y="2237418"/>
              <a:ext cx="668333"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8" name="Google Shape;11218;p41"/>
            <p:cNvSpPr/>
            <p:nvPr/>
          </p:nvSpPr>
          <p:spPr>
            <a:xfrm>
              <a:off x="809344" y="2270805"/>
              <a:ext cx="601728"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9" name="Google Shape;11219;p41"/>
            <p:cNvSpPr/>
            <p:nvPr/>
          </p:nvSpPr>
          <p:spPr>
            <a:xfrm>
              <a:off x="842677" y="2304165"/>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0" name="Google Shape;11220;p41"/>
            <p:cNvSpPr/>
            <p:nvPr/>
          </p:nvSpPr>
          <p:spPr>
            <a:xfrm>
              <a:off x="876009" y="2337525"/>
              <a:ext cx="468408"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1" name="Google Shape;11221;p41"/>
            <p:cNvSpPr/>
            <p:nvPr/>
          </p:nvSpPr>
          <p:spPr>
            <a:xfrm>
              <a:off x="909314" y="2370912"/>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2" name="Google Shape;11222;p41"/>
            <p:cNvSpPr/>
            <p:nvPr/>
          </p:nvSpPr>
          <p:spPr>
            <a:xfrm>
              <a:off x="942674" y="2404245"/>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3" name="Google Shape;11223;p41"/>
            <p:cNvSpPr/>
            <p:nvPr/>
          </p:nvSpPr>
          <p:spPr>
            <a:xfrm>
              <a:off x="975979" y="2437632"/>
              <a:ext cx="268483"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4" name="Google Shape;11224;p41"/>
            <p:cNvSpPr/>
            <p:nvPr/>
          </p:nvSpPr>
          <p:spPr>
            <a:xfrm>
              <a:off x="1009283" y="2471047"/>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5" name="Google Shape;11225;p41"/>
            <p:cNvSpPr/>
            <p:nvPr/>
          </p:nvSpPr>
          <p:spPr>
            <a:xfrm>
              <a:off x="1042643" y="2504407"/>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6" name="Google Shape;11226;p41"/>
            <p:cNvSpPr/>
            <p:nvPr/>
          </p:nvSpPr>
          <p:spPr>
            <a:xfrm>
              <a:off x="1249293" y="2710953"/>
              <a:ext cx="668305" cy="668332"/>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7" name="Google Shape;11227;p41"/>
            <p:cNvSpPr/>
            <p:nvPr/>
          </p:nvSpPr>
          <p:spPr>
            <a:xfrm>
              <a:off x="1282598" y="2744368"/>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8" name="Google Shape;11228;p41"/>
            <p:cNvSpPr/>
            <p:nvPr/>
          </p:nvSpPr>
          <p:spPr>
            <a:xfrm>
              <a:off x="1315930" y="2777727"/>
              <a:ext cx="535040" cy="534847"/>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9" name="Google Shape;11229;p41"/>
            <p:cNvSpPr/>
            <p:nvPr/>
          </p:nvSpPr>
          <p:spPr>
            <a:xfrm>
              <a:off x="1349262" y="2811087"/>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0" name="Google Shape;11230;p41"/>
            <p:cNvSpPr/>
            <p:nvPr/>
          </p:nvSpPr>
          <p:spPr>
            <a:xfrm>
              <a:off x="1382567" y="2844475"/>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1" name="Google Shape;11231;p41"/>
            <p:cNvSpPr/>
            <p:nvPr/>
          </p:nvSpPr>
          <p:spPr>
            <a:xfrm>
              <a:off x="1415927" y="2877862"/>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2" name="Google Shape;11232;p41"/>
            <p:cNvSpPr/>
            <p:nvPr/>
          </p:nvSpPr>
          <p:spPr>
            <a:xfrm>
              <a:off x="1449232" y="2911194"/>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3" name="Google Shape;11233;p41"/>
            <p:cNvSpPr/>
            <p:nvPr/>
          </p:nvSpPr>
          <p:spPr>
            <a:xfrm>
              <a:off x="1482564" y="2944581"/>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4" name="Google Shape;11234;p41"/>
            <p:cNvSpPr/>
            <p:nvPr/>
          </p:nvSpPr>
          <p:spPr>
            <a:xfrm>
              <a:off x="1515897" y="2977969"/>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5" name="Google Shape;11235;p41"/>
            <p:cNvSpPr/>
            <p:nvPr/>
          </p:nvSpPr>
          <p:spPr>
            <a:xfrm>
              <a:off x="1549201" y="3011301"/>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6" name="Google Shape;11236;p41"/>
            <p:cNvSpPr/>
            <p:nvPr/>
          </p:nvSpPr>
          <p:spPr>
            <a:xfrm>
              <a:off x="776039" y="3184205"/>
              <a:ext cx="668333"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7" name="Google Shape;11237;p41"/>
            <p:cNvSpPr/>
            <p:nvPr/>
          </p:nvSpPr>
          <p:spPr>
            <a:xfrm>
              <a:off x="809344" y="3217593"/>
              <a:ext cx="601728"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8" name="Google Shape;11238;p41"/>
            <p:cNvSpPr/>
            <p:nvPr/>
          </p:nvSpPr>
          <p:spPr>
            <a:xfrm>
              <a:off x="842704" y="3250980"/>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9" name="Google Shape;11239;p41"/>
            <p:cNvSpPr/>
            <p:nvPr/>
          </p:nvSpPr>
          <p:spPr>
            <a:xfrm>
              <a:off x="876009" y="3284312"/>
              <a:ext cx="468408" cy="468132"/>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0" name="Google Shape;11240;p41"/>
            <p:cNvSpPr/>
            <p:nvPr/>
          </p:nvSpPr>
          <p:spPr>
            <a:xfrm>
              <a:off x="909314" y="3317700"/>
              <a:ext cx="401803"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1" name="Google Shape;11241;p41"/>
            <p:cNvSpPr/>
            <p:nvPr/>
          </p:nvSpPr>
          <p:spPr>
            <a:xfrm>
              <a:off x="942674" y="3351087"/>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2" name="Google Shape;11242;p41"/>
            <p:cNvSpPr/>
            <p:nvPr/>
          </p:nvSpPr>
          <p:spPr>
            <a:xfrm>
              <a:off x="975979" y="3384419"/>
              <a:ext cx="268483"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3" name="Google Shape;11243;p41"/>
            <p:cNvSpPr/>
            <p:nvPr/>
          </p:nvSpPr>
          <p:spPr>
            <a:xfrm>
              <a:off x="1009283" y="3417834"/>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4" name="Google Shape;11244;p41"/>
            <p:cNvSpPr/>
            <p:nvPr/>
          </p:nvSpPr>
          <p:spPr>
            <a:xfrm>
              <a:off x="1042643" y="3451221"/>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5" name="Google Shape;11245;p41"/>
            <p:cNvSpPr/>
            <p:nvPr/>
          </p:nvSpPr>
          <p:spPr>
            <a:xfrm>
              <a:off x="1249293" y="3657431"/>
              <a:ext cx="668305" cy="668360"/>
            </a:xfrm>
            <a:custGeom>
              <a:avLst/>
              <a:gdLst/>
              <a:ahLst/>
              <a:cxnLst/>
              <a:rect l="l" t="t" r="r" b="b"/>
              <a:pathLst>
                <a:path w="24302" h="24304" fill="none" extrusionOk="0">
                  <a:moveTo>
                    <a:pt x="7117" y="24304"/>
                  </a:moveTo>
                  <a:lnTo>
                    <a:pt x="0" y="17185"/>
                  </a:lnTo>
                  <a:lnTo>
                    <a:pt x="0" y="7118"/>
                  </a:lnTo>
                  <a:lnTo>
                    <a:pt x="7117" y="1"/>
                  </a:lnTo>
                  <a:lnTo>
                    <a:pt x="17184" y="1"/>
                  </a:lnTo>
                  <a:lnTo>
                    <a:pt x="24302" y="7118"/>
                  </a:lnTo>
                  <a:lnTo>
                    <a:pt x="24302" y="17185"/>
                  </a:lnTo>
                  <a:lnTo>
                    <a:pt x="17184"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6" name="Google Shape;11246;p41"/>
            <p:cNvSpPr/>
            <p:nvPr/>
          </p:nvSpPr>
          <p:spPr>
            <a:xfrm>
              <a:off x="1282598" y="3690845"/>
              <a:ext cx="601673" cy="601563"/>
            </a:xfrm>
            <a:custGeom>
              <a:avLst/>
              <a:gdLst/>
              <a:ahLst/>
              <a:cxnLst/>
              <a:rect l="l" t="t" r="r" b="b"/>
              <a:pathLst>
                <a:path w="21879"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7" name="Google Shape;11247;p41"/>
            <p:cNvSpPr/>
            <p:nvPr/>
          </p:nvSpPr>
          <p:spPr>
            <a:xfrm>
              <a:off x="1315930" y="3724205"/>
              <a:ext cx="535040" cy="534820"/>
            </a:xfrm>
            <a:custGeom>
              <a:avLst/>
              <a:gdLst/>
              <a:ahLst/>
              <a:cxnLst/>
              <a:rect l="l" t="t" r="r" b="b"/>
              <a:pathLst>
                <a:path w="19456" h="19448" fill="none" extrusionOk="0">
                  <a:moveTo>
                    <a:pt x="5699" y="19448"/>
                  </a:moveTo>
                  <a:lnTo>
                    <a:pt x="0" y="13752"/>
                  </a:lnTo>
                  <a:lnTo>
                    <a:pt x="0" y="5696"/>
                  </a:lnTo>
                  <a:lnTo>
                    <a:pt x="5699" y="0"/>
                  </a:lnTo>
                  <a:lnTo>
                    <a:pt x="13758" y="0"/>
                  </a:lnTo>
                  <a:lnTo>
                    <a:pt x="19456" y="5696"/>
                  </a:lnTo>
                  <a:lnTo>
                    <a:pt x="19456" y="13752"/>
                  </a:lnTo>
                  <a:lnTo>
                    <a:pt x="13758"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8" name="Google Shape;11248;p41"/>
            <p:cNvSpPr/>
            <p:nvPr/>
          </p:nvSpPr>
          <p:spPr>
            <a:xfrm>
              <a:off x="1349262" y="3757565"/>
              <a:ext cx="468380" cy="468133"/>
            </a:xfrm>
            <a:custGeom>
              <a:avLst/>
              <a:gdLst/>
              <a:ahLst/>
              <a:cxnLst/>
              <a:rect l="l" t="t" r="r" b="b"/>
              <a:pathLst>
                <a:path w="17032"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9" name="Google Shape;11249;p41"/>
            <p:cNvSpPr/>
            <p:nvPr/>
          </p:nvSpPr>
          <p:spPr>
            <a:xfrm>
              <a:off x="1382567" y="3790952"/>
              <a:ext cx="401748" cy="401363"/>
            </a:xfrm>
            <a:custGeom>
              <a:avLst/>
              <a:gdLst/>
              <a:ahLst/>
              <a:cxnLst/>
              <a:rect l="l" t="t" r="r" b="b"/>
              <a:pathLst>
                <a:path w="14609" h="14595" fill="none" extrusionOk="0">
                  <a:moveTo>
                    <a:pt x="4280" y="14594"/>
                  </a:moveTo>
                  <a:lnTo>
                    <a:pt x="0" y="10319"/>
                  </a:lnTo>
                  <a:lnTo>
                    <a:pt x="0" y="4275"/>
                  </a:lnTo>
                  <a:lnTo>
                    <a:pt x="4280" y="0"/>
                  </a:lnTo>
                  <a:lnTo>
                    <a:pt x="10330" y="0"/>
                  </a:lnTo>
                  <a:lnTo>
                    <a:pt x="14609" y="4275"/>
                  </a:lnTo>
                  <a:lnTo>
                    <a:pt x="14609" y="10319"/>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0" name="Google Shape;11250;p41"/>
            <p:cNvSpPr/>
            <p:nvPr/>
          </p:nvSpPr>
          <p:spPr>
            <a:xfrm>
              <a:off x="1415927" y="3824312"/>
              <a:ext cx="335060" cy="334620"/>
            </a:xfrm>
            <a:custGeom>
              <a:avLst/>
              <a:gdLst/>
              <a:ahLst/>
              <a:cxnLst/>
              <a:rect l="l" t="t" r="r" b="b"/>
              <a:pathLst>
                <a:path w="12184" h="12168" fill="none" extrusionOk="0">
                  <a:moveTo>
                    <a:pt x="3568" y="12167"/>
                  </a:moveTo>
                  <a:lnTo>
                    <a:pt x="0" y="8604"/>
                  </a:lnTo>
                  <a:lnTo>
                    <a:pt x="0" y="3565"/>
                  </a:lnTo>
                  <a:lnTo>
                    <a:pt x="3568" y="0"/>
                  </a:lnTo>
                  <a:lnTo>
                    <a:pt x="8616" y="0"/>
                  </a:lnTo>
                  <a:lnTo>
                    <a:pt x="12184" y="3565"/>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1" name="Google Shape;11251;p41"/>
            <p:cNvSpPr/>
            <p:nvPr/>
          </p:nvSpPr>
          <p:spPr>
            <a:xfrm>
              <a:off x="1449232" y="3857699"/>
              <a:ext cx="268455" cy="267905"/>
            </a:xfrm>
            <a:custGeom>
              <a:avLst/>
              <a:gdLst/>
              <a:ahLst/>
              <a:cxnLst/>
              <a:rect l="l" t="t" r="r" b="b"/>
              <a:pathLst>
                <a:path w="9762" h="9742" fill="none" extrusionOk="0">
                  <a:moveTo>
                    <a:pt x="2860" y="9741"/>
                  </a:moveTo>
                  <a:lnTo>
                    <a:pt x="0" y="6888"/>
                  </a:lnTo>
                  <a:lnTo>
                    <a:pt x="0" y="2853"/>
                  </a:lnTo>
                  <a:lnTo>
                    <a:pt x="2860"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2" name="Google Shape;11252;p41"/>
            <p:cNvSpPr/>
            <p:nvPr/>
          </p:nvSpPr>
          <p:spPr>
            <a:xfrm>
              <a:off x="1482564" y="3891059"/>
              <a:ext cx="201795" cy="201163"/>
            </a:xfrm>
            <a:custGeom>
              <a:avLst/>
              <a:gdLst/>
              <a:ahLst/>
              <a:cxnLst/>
              <a:rect l="l" t="t" r="r" b="b"/>
              <a:pathLst>
                <a:path w="7338" h="7315" fill="none" extrusionOk="0">
                  <a:moveTo>
                    <a:pt x="2149" y="7314"/>
                  </a:moveTo>
                  <a:lnTo>
                    <a:pt x="0" y="5172"/>
                  </a:lnTo>
                  <a:lnTo>
                    <a:pt x="0" y="2142"/>
                  </a:lnTo>
                  <a:lnTo>
                    <a:pt x="2149"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3" name="Google Shape;11253;p41"/>
            <p:cNvSpPr/>
            <p:nvPr/>
          </p:nvSpPr>
          <p:spPr>
            <a:xfrm>
              <a:off x="1515897" y="3924419"/>
              <a:ext cx="135135" cy="134420"/>
            </a:xfrm>
            <a:custGeom>
              <a:avLst/>
              <a:gdLst/>
              <a:ahLst/>
              <a:cxnLst/>
              <a:rect l="l" t="t" r="r" b="b"/>
              <a:pathLst>
                <a:path w="4914" h="4888" fill="none" extrusionOk="0">
                  <a:moveTo>
                    <a:pt x="1439" y="4887"/>
                  </a:moveTo>
                  <a:lnTo>
                    <a:pt x="0" y="3457"/>
                  </a:lnTo>
                  <a:lnTo>
                    <a:pt x="0"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4" name="Google Shape;11254;p41"/>
            <p:cNvSpPr/>
            <p:nvPr/>
          </p:nvSpPr>
          <p:spPr>
            <a:xfrm>
              <a:off x="1549201" y="3957806"/>
              <a:ext cx="68530" cy="67705"/>
            </a:xfrm>
            <a:custGeom>
              <a:avLst/>
              <a:gdLst/>
              <a:ahLst/>
              <a:cxnLst/>
              <a:rect l="l" t="t" r="r" b="b"/>
              <a:pathLst>
                <a:path w="2492" h="2462" fill="none" extrusionOk="0">
                  <a:moveTo>
                    <a:pt x="731" y="2461"/>
                  </a:moveTo>
                  <a:lnTo>
                    <a:pt x="0" y="1739"/>
                  </a:lnTo>
                  <a:lnTo>
                    <a:pt x="0" y="721"/>
                  </a:lnTo>
                  <a:lnTo>
                    <a:pt x="731" y="1"/>
                  </a:lnTo>
                  <a:lnTo>
                    <a:pt x="1763" y="1"/>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5" name="Google Shape;11255;p41"/>
            <p:cNvSpPr/>
            <p:nvPr/>
          </p:nvSpPr>
          <p:spPr>
            <a:xfrm>
              <a:off x="776039" y="4130711"/>
              <a:ext cx="668333"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6" name="Google Shape;11256;p41"/>
            <p:cNvSpPr/>
            <p:nvPr/>
          </p:nvSpPr>
          <p:spPr>
            <a:xfrm>
              <a:off x="809344" y="4164043"/>
              <a:ext cx="601728"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7" name="Google Shape;11257;p41"/>
            <p:cNvSpPr/>
            <p:nvPr/>
          </p:nvSpPr>
          <p:spPr>
            <a:xfrm>
              <a:off x="842704" y="4197430"/>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8" name="Google Shape;11258;p41"/>
            <p:cNvSpPr/>
            <p:nvPr/>
          </p:nvSpPr>
          <p:spPr>
            <a:xfrm>
              <a:off x="876009" y="4230818"/>
              <a:ext cx="468408"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9" name="Google Shape;11259;p41"/>
            <p:cNvSpPr/>
            <p:nvPr/>
          </p:nvSpPr>
          <p:spPr>
            <a:xfrm>
              <a:off x="909314" y="4264150"/>
              <a:ext cx="401803"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0" name="Google Shape;11260;p41"/>
            <p:cNvSpPr/>
            <p:nvPr/>
          </p:nvSpPr>
          <p:spPr>
            <a:xfrm>
              <a:off x="942674" y="4297537"/>
              <a:ext cx="335088" cy="334647"/>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1" name="Google Shape;11261;p41"/>
            <p:cNvSpPr/>
            <p:nvPr/>
          </p:nvSpPr>
          <p:spPr>
            <a:xfrm>
              <a:off x="975979" y="4330952"/>
              <a:ext cx="268483"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2" name="Google Shape;11262;p41"/>
            <p:cNvSpPr/>
            <p:nvPr/>
          </p:nvSpPr>
          <p:spPr>
            <a:xfrm>
              <a:off x="1009283" y="4364339"/>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3" name="Google Shape;11263;p41"/>
            <p:cNvSpPr/>
            <p:nvPr/>
          </p:nvSpPr>
          <p:spPr>
            <a:xfrm>
              <a:off x="1042643" y="4397672"/>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4" name="Google Shape;11264;p41"/>
            <p:cNvSpPr/>
            <p:nvPr/>
          </p:nvSpPr>
          <p:spPr>
            <a:xfrm>
              <a:off x="1249293" y="4603936"/>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5" name="Google Shape;11265;p41"/>
            <p:cNvSpPr/>
            <p:nvPr/>
          </p:nvSpPr>
          <p:spPr>
            <a:xfrm>
              <a:off x="1282598" y="4637323"/>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6" name="Google Shape;11266;p41"/>
            <p:cNvSpPr/>
            <p:nvPr/>
          </p:nvSpPr>
          <p:spPr>
            <a:xfrm>
              <a:off x="1315930" y="4670683"/>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7" name="Google Shape;11267;p41"/>
            <p:cNvSpPr/>
            <p:nvPr/>
          </p:nvSpPr>
          <p:spPr>
            <a:xfrm>
              <a:off x="1349262" y="4704070"/>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8" name="Google Shape;11268;p41"/>
            <p:cNvSpPr/>
            <p:nvPr/>
          </p:nvSpPr>
          <p:spPr>
            <a:xfrm>
              <a:off x="1382567" y="4737430"/>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9" name="Google Shape;11269;p41"/>
            <p:cNvSpPr/>
            <p:nvPr/>
          </p:nvSpPr>
          <p:spPr>
            <a:xfrm>
              <a:off x="1415927" y="4770790"/>
              <a:ext cx="335060" cy="334647"/>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0" name="Google Shape;11270;p41"/>
            <p:cNvSpPr/>
            <p:nvPr/>
          </p:nvSpPr>
          <p:spPr>
            <a:xfrm>
              <a:off x="1449232" y="4804177"/>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1" name="Google Shape;11271;p41"/>
            <p:cNvSpPr/>
            <p:nvPr/>
          </p:nvSpPr>
          <p:spPr>
            <a:xfrm>
              <a:off x="1482537" y="4837537"/>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2" name="Google Shape;11272;p41"/>
            <p:cNvSpPr/>
            <p:nvPr/>
          </p:nvSpPr>
          <p:spPr>
            <a:xfrm>
              <a:off x="1515897" y="4870897"/>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3" name="Google Shape;11273;p41"/>
            <p:cNvSpPr/>
            <p:nvPr/>
          </p:nvSpPr>
          <p:spPr>
            <a:xfrm>
              <a:off x="1549201" y="4904284"/>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4" name="Google Shape;11274;p41"/>
            <p:cNvSpPr/>
            <p:nvPr/>
          </p:nvSpPr>
          <p:spPr>
            <a:xfrm>
              <a:off x="776039" y="5077161"/>
              <a:ext cx="668333" cy="668332"/>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5" name="Google Shape;11275;p41"/>
            <p:cNvSpPr/>
            <p:nvPr/>
          </p:nvSpPr>
          <p:spPr>
            <a:xfrm>
              <a:off x="809344" y="5110548"/>
              <a:ext cx="601728"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6" name="Google Shape;11276;p41"/>
            <p:cNvSpPr/>
            <p:nvPr/>
          </p:nvSpPr>
          <p:spPr>
            <a:xfrm>
              <a:off x="842677" y="5143908"/>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7" name="Google Shape;11277;p41"/>
            <p:cNvSpPr/>
            <p:nvPr/>
          </p:nvSpPr>
          <p:spPr>
            <a:xfrm>
              <a:off x="876009" y="5177268"/>
              <a:ext cx="468408" cy="468132"/>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8" name="Google Shape;11278;p41"/>
            <p:cNvSpPr/>
            <p:nvPr/>
          </p:nvSpPr>
          <p:spPr>
            <a:xfrm>
              <a:off x="909314" y="5210655"/>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9" name="Google Shape;11279;p41"/>
            <p:cNvSpPr/>
            <p:nvPr/>
          </p:nvSpPr>
          <p:spPr>
            <a:xfrm>
              <a:off x="942674" y="5243987"/>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0" name="Google Shape;11280;p41"/>
            <p:cNvSpPr/>
            <p:nvPr/>
          </p:nvSpPr>
          <p:spPr>
            <a:xfrm>
              <a:off x="975979" y="5277375"/>
              <a:ext cx="268483"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1" name="Google Shape;11281;p41"/>
            <p:cNvSpPr/>
            <p:nvPr/>
          </p:nvSpPr>
          <p:spPr>
            <a:xfrm>
              <a:off x="1009283" y="5310789"/>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2" name="Google Shape;11282;p41"/>
            <p:cNvSpPr/>
            <p:nvPr/>
          </p:nvSpPr>
          <p:spPr>
            <a:xfrm>
              <a:off x="1042643" y="5344149"/>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3" name="Google Shape;11283;p41"/>
            <p:cNvSpPr/>
            <p:nvPr/>
          </p:nvSpPr>
          <p:spPr>
            <a:xfrm>
              <a:off x="1075948" y="-301667"/>
              <a:ext cx="68558" cy="67678"/>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4" name="Google Shape;11284;p41"/>
            <p:cNvSpPr/>
            <p:nvPr/>
          </p:nvSpPr>
          <p:spPr>
            <a:xfrm>
              <a:off x="1075948" y="644838"/>
              <a:ext cx="68558"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5" name="Google Shape;11285;p41"/>
            <p:cNvSpPr/>
            <p:nvPr/>
          </p:nvSpPr>
          <p:spPr>
            <a:xfrm>
              <a:off x="1075948" y="1591316"/>
              <a:ext cx="68558"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6" name="Google Shape;11286;p41"/>
            <p:cNvSpPr/>
            <p:nvPr/>
          </p:nvSpPr>
          <p:spPr>
            <a:xfrm>
              <a:off x="1075948" y="2537766"/>
              <a:ext cx="68558"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7" name="Google Shape;11287;p41"/>
            <p:cNvSpPr/>
            <p:nvPr/>
          </p:nvSpPr>
          <p:spPr>
            <a:xfrm>
              <a:off x="1075948" y="3484581"/>
              <a:ext cx="68558"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8" name="Google Shape;11288;p41"/>
            <p:cNvSpPr/>
            <p:nvPr/>
          </p:nvSpPr>
          <p:spPr>
            <a:xfrm>
              <a:off x="1075948" y="4431059"/>
              <a:ext cx="68558"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9" name="Google Shape;11289;p41"/>
            <p:cNvSpPr/>
            <p:nvPr/>
          </p:nvSpPr>
          <p:spPr>
            <a:xfrm>
              <a:off x="1075948" y="5377509"/>
              <a:ext cx="68558"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24"/>
        <p:cNvGrpSpPr/>
        <p:nvPr/>
      </p:nvGrpSpPr>
      <p:grpSpPr>
        <a:xfrm>
          <a:off x="0" y="0"/>
          <a:ext cx="0" cy="0"/>
          <a:chOff x="0" y="0"/>
          <a:chExt cx="0" cy="0"/>
        </a:xfrm>
      </p:grpSpPr>
      <p:sp>
        <p:nvSpPr>
          <p:cNvPr id="11425" name="Google Shape;11425;p42"/>
          <p:cNvSpPr txBox="1">
            <a:spLocks noGrp="1"/>
          </p:cNvSpPr>
          <p:nvPr>
            <p:ph type="title"/>
          </p:nvPr>
        </p:nvSpPr>
        <p:spPr>
          <a:xfrm>
            <a:off x="-184447" y="775067"/>
            <a:ext cx="2814263" cy="65548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t>Introduction</a:t>
            </a:r>
            <a:endParaRPr sz="2800" dirty="0"/>
          </a:p>
        </p:txBody>
      </p:sp>
      <p:grpSp>
        <p:nvGrpSpPr>
          <p:cNvPr id="11759" name="Google Shape;11759;p42"/>
          <p:cNvGrpSpPr/>
          <p:nvPr/>
        </p:nvGrpSpPr>
        <p:grpSpPr>
          <a:xfrm>
            <a:off x="-64746" y="4326072"/>
            <a:ext cx="9330666" cy="1634856"/>
            <a:chOff x="-64427" y="-152400"/>
            <a:chExt cx="9273491" cy="1634856"/>
          </a:xfrm>
        </p:grpSpPr>
        <p:grpSp>
          <p:nvGrpSpPr>
            <p:cNvPr id="11760" name="Google Shape;11760;p42"/>
            <p:cNvGrpSpPr/>
            <p:nvPr/>
          </p:nvGrpSpPr>
          <p:grpSpPr>
            <a:xfrm>
              <a:off x="-64427" y="-152358"/>
              <a:ext cx="674374" cy="674287"/>
              <a:chOff x="-327325" y="-12"/>
              <a:chExt cx="693729" cy="693640"/>
            </a:xfrm>
          </p:grpSpPr>
          <p:sp>
            <p:nvSpPr>
              <p:cNvPr id="11761" name="Google Shape;11761;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2" name="Google Shape;11762;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3" name="Google Shape;11763;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4" name="Google Shape;11764;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5" name="Google Shape;11765;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6" name="Google Shape;11766;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7" name="Google Shape;11767;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8" name="Google Shape;11768;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69" name="Google Shape;11769;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0" name="Google Shape;11770;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771" name="Google Shape;11771;p42"/>
            <p:cNvGrpSpPr/>
            <p:nvPr/>
          </p:nvGrpSpPr>
          <p:grpSpPr>
            <a:xfrm>
              <a:off x="890962" y="-152388"/>
              <a:ext cx="674374" cy="674346"/>
              <a:chOff x="655485" y="11886"/>
              <a:chExt cx="693729" cy="693701"/>
            </a:xfrm>
          </p:grpSpPr>
          <p:sp>
            <p:nvSpPr>
              <p:cNvPr id="11772" name="Google Shape;11772;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3" name="Google Shape;11773;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4" name="Google Shape;11774;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5" name="Google Shape;11775;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6" name="Google Shape;11776;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7" name="Google Shape;11777;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8" name="Google Shape;11778;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79" name="Google Shape;11779;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80" name="Google Shape;11780;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81" name="Google Shape;11781;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782" name="Google Shape;11782;p42"/>
            <p:cNvGrpSpPr/>
            <p:nvPr/>
          </p:nvGrpSpPr>
          <p:grpSpPr>
            <a:xfrm>
              <a:off x="1846345" y="-152358"/>
              <a:ext cx="674374" cy="674287"/>
              <a:chOff x="2491476" y="193182"/>
              <a:chExt cx="693729" cy="693640"/>
            </a:xfrm>
          </p:grpSpPr>
          <p:grpSp>
            <p:nvGrpSpPr>
              <p:cNvPr id="11783" name="Google Shape;11783;p42"/>
              <p:cNvGrpSpPr/>
              <p:nvPr/>
            </p:nvGrpSpPr>
            <p:grpSpPr>
              <a:xfrm>
                <a:off x="2491476" y="193182"/>
                <a:ext cx="693729" cy="693640"/>
                <a:chOff x="2491476" y="193182"/>
                <a:chExt cx="693729" cy="693640"/>
              </a:xfrm>
            </p:grpSpPr>
            <p:sp>
              <p:nvSpPr>
                <p:cNvPr id="11784" name="Google Shape;11784;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85" name="Google Shape;11785;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86" name="Google Shape;11786;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87" name="Google Shape;11787;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88" name="Google Shape;11788;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89" name="Google Shape;11789;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90" name="Google Shape;11790;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91" name="Google Shape;11791;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92" name="Google Shape;11792;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793" name="Google Shape;11793;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794" name="Google Shape;11794;p42"/>
            <p:cNvGrpSpPr/>
            <p:nvPr/>
          </p:nvGrpSpPr>
          <p:grpSpPr>
            <a:xfrm>
              <a:off x="2801737" y="-152346"/>
              <a:ext cx="674374" cy="674287"/>
              <a:chOff x="-327325" y="-12"/>
              <a:chExt cx="693729" cy="693640"/>
            </a:xfrm>
          </p:grpSpPr>
          <p:sp>
            <p:nvSpPr>
              <p:cNvPr id="11795" name="Google Shape;11795;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96" name="Google Shape;11796;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97" name="Google Shape;11797;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98" name="Google Shape;11798;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799" name="Google Shape;11799;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0" name="Google Shape;11800;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1" name="Google Shape;11801;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2" name="Google Shape;11802;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3" name="Google Shape;11803;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4" name="Google Shape;11804;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05" name="Google Shape;11805;p42"/>
            <p:cNvGrpSpPr/>
            <p:nvPr/>
          </p:nvGrpSpPr>
          <p:grpSpPr>
            <a:xfrm>
              <a:off x="3757126" y="-152376"/>
              <a:ext cx="674374" cy="674346"/>
              <a:chOff x="655485" y="11886"/>
              <a:chExt cx="693729" cy="693701"/>
            </a:xfrm>
          </p:grpSpPr>
          <p:sp>
            <p:nvSpPr>
              <p:cNvPr id="11806" name="Google Shape;11806;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7" name="Google Shape;11807;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8" name="Google Shape;11808;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09" name="Google Shape;11809;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10" name="Google Shape;11810;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11" name="Google Shape;11811;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12" name="Google Shape;11812;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13" name="Google Shape;11813;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14" name="Google Shape;11814;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15" name="Google Shape;11815;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16" name="Google Shape;11816;p42"/>
            <p:cNvGrpSpPr/>
            <p:nvPr/>
          </p:nvGrpSpPr>
          <p:grpSpPr>
            <a:xfrm>
              <a:off x="4712509" y="-152346"/>
              <a:ext cx="674374" cy="674287"/>
              <a:chOff x="2491476" y="193182"/>
              <a:chExt cx="693729" cy="693640"/>
            </a:xfrm>
          </p:grpSpPr>
          <p:grpSp>
            <p:nvGrpSpPr>
              <p:cNvPr id="11817" name="Google Shape;11817;p42"/>
              <p:cNvGrpSpPr/>
              <p:nvPr/>
            </p:nvGrpSpPr>
            <p:grpSpPr>
              <a:xfrm>
                <a:off x="2491476" y="193182"/>
                <a:ext cx="693729" cy="693640"/>
                <a:chOff x="2491476" y="193182"/>
                <a:chExt cx="693729" cy="693640"/>
              </a:xfrm>
            </p:grpSpPr>
            <p:sp>
              <p:nvSpPr>
                <p:cNvPr id="11818" name="Google Shape;11818;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19" name="Google Shape;11819;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20" name="Google Shape;11820;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21" name="Google Shape;11821;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22" name="Google Shape;11822;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23" name="Google Shape;11823;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24" name="Google Shape;11824;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25" name="Google Shape;11825;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26" name="Google Shape;11826;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827" name="Google Shape;11827;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28" name="Google Shape;11828;p42"/>
            <p:cNvGrpSpPr/>
            <p:nvPr/>
          </p:nvGrpSpPr>
          <p:grpSpPr>
            <a:xfrm>
              <a:off x="5667901" y="-152370"/>
              <a:ext cx="674374" cy="674287"/>
              <a:chOff x="-327325" y="-12"/>
              <a:chExt cx="693729" cy="693640"/>
            </a:xfrm>
          </p:grpSpPr>
          <p:sp>
            <p:nvSpPr>
              <p:cNvPr id="11829" name="Google Shape;11829;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0" name="Google Shape;11830;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1" name="Google Shape;11831;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2" name="Google Shape;11832;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3" name="Google Shape;11833;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4" name="Google Shape;11834;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5" name="Google Shape;11835;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6" name="Google Shape;11836;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7" name="Google Shape;11837;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38" name="Google Shape;11838;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39" name="Google Shape;11839;p42"/>
            <p:cNvGrpSpPr/>
            <p:nvPr/>
          </p:nvGrpSpPr>
          <p:grpSpPr>
            <a:xfrm>
              <a:off x="6623290" y="-152400"/>
              <a:ext cx="674374" cy="674346"/>
              <a:chOff x="655485" y="11886"/>
              <a:chExt cx="693729" cy="693701"/>
            </a:xfrm>
          </p:grpSpPr>
          <p:sp>
            <p:nvSpPr>
              <p:cNvPr id="11840" name="Google Shape;11840;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1" name="Google Shape;11841;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2" name="Google Shape;11842;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3" name="Google Shape;11843;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4" name="Google Shape;11844;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5" name="Google Shape;11845;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6" name="Google Shape;11846;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7" name="Google Shape;11847;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8" name="Google Shape;11848;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49" name="Google Shape;11849;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50" name="Google Shape;11850;p42"/>
            <p:cNvGrpSpPr/>
            <p:nvPr/>
          </p:nvGrpSpPr>
          <p:grpSpPr>
            <a:xfrm>
              <a:off x="7578673" y="-152370"/>
              <a:ext cx="674374" cy="674287"/>
              <a:chOff x="2491476" y="193182"/>
              <a:chExt cx="693729" cy="693640"/>
            </a:xfrm>
          </p:grpSpPr>
          <p:grpSp>
            <p:nvGrpSpPr>
              <p:cNvPr id="11851" name="Google Shape;11851;p42"/>
              <p:cNvGrpSpPr/>
              <p:nvPr/>
            </p:nvGrpSpPr>
            <p:grpSpPr>
              <a:xfrm>
                <a:off x="2491476" y="193182"/>
                <a:ext cx="693729" cy="693640"/>
                <a:chOff x="2491476" y="193182"/>
                <a:chExt cx="693729" cy="693640"/>
              </a:xfrm>
            </p:grpSpPr>
            <p:sp>
              <p:nvSpPr>
                <p:cNvPr id="11852" name="Google Shape;11852;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53" name="Google Shape;11853;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54" name="Google Shape;11854;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55" name="Google Shape;11855;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56" name="Google Shape;11856;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57" name="Google Shape;11857;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58" name="Google Shape;11858;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59" name="Google Shape;11859;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60" name="Google Shape;11860;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861" name="Google Shape;11861;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62" name="Google Shape;11862;p42"/>
            <p:cNvGrpSpPr/>
            <p:nvPr/>
          </p:nvGrpSpPr>
          <p:grpSpPr>
            <a:xfrm>
              <a:off x="8534053" y="-152370"/>
              <a:ext cx="674374" cy="674287"/>
              <a:chOff x="2491476" y="193182"/>
              <a:chExt cx="693729" cy="693640"/>
            </a:xfrm>
          </p:grpSpPr>
          <p:grpSp>
            <p:nvGrpSpPr>
              <p:cNvPr id="11863" name="Google Shape;11863;p42"/>
              <p:cNvGrpSpPr/>
              <p:nvPr/>
            </p:nvGrpSpPr>
            <p:grpSpPr>
              <a:xfrm>
                <a:off x="2491476" y="193182"/>
                <a:ext cx="693729" cy="693640"/>
                <a:chOff x="2491476" y="193182"/>
                <a:chExt cx="693729" cy="693640"/>
              </a:xfrm>
            </p:grpSpPr>
            <p:sp>
              <p:nvSpPr>
                <p:cNvPr id="11864" name="Google Shape;11864;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65" name="Google Shape;11865;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66" name="Google Shape;11866;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67" name="Google Shape;11867;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68" name="Google Shape;11868;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69" name="Google Shape;11869;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70" name="Google Shape;11870;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71" name="Google Shape;11871;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72" name="Google Shape;11872;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873" name="Google Shape;11873;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74" name="Google Shape;11874;p42"/>
            <p:cNvGrpSpPr/>
            <p:nvPr/>
          </p:nvGrpSpPr>
          <p:grpSpPr>
            <a:xfrm>
              <a:off x="414196" y="326856"/>
              <a:ext cx="674374" cy="674374"/>
              <a:chOff x="157640" y="503742"/>
              <a:chExt cx="693729" cy="693729"/>
            </a:xfrm>
          </p:grpSpPr>
          <p:sp>
            <p:nvSpPr>
              <p:cNvPr id="11875" name="Google Shape;11875;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76" name="Google Shape;11876;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77" name="Google Shape;11877;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78" name="Google Shape;11878;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79" name="Google Shape;11879;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80" name="Google Shape;11880;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81" name="Google Shape;11881;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82" name="Google Shape;11882;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83" name="Google Shape;11883;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84" name="Google Shape;11884;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85" name="Google Shape;11885;p42"/>
            <p:cNvGrpSpPr/>
            <p:nvPr/>
          </p:nvGrpSpPr>
          <p:grpSpPr>
            <a:xfrm>
              <a:off x="1368910" y="326899"/>
              <a:ext cx="674374" cy="674287"/>
              <a:chOff x="2491476" y="193182"/>
              <a:chExt cx="693729" cy="693640"/>
            </a:xfrm>
          </p:grpSpPr>
          <p:grpSp>
            <p:nvGrpSpPr>
              <p:cNvPr id="11886" name="Google Shape;11886;p42"/>
              <p:cNvGrpSpPr/>
              <p:nvPr/>
            </p:nvGrpSpPr>
            <p:grpSpPr>
              <a:xfrm>
                <a:off x="2491476" y="193182"/>
                <a:ext cx="693729" cy="693640"/>
                <a:chOff x="2491476" y="193182"/>
                <a:chExt cx="693729" cy="693640"/>
              </a:xfrm>
            </p:grpSpPr>
            <p:sp>
              <p:nvSpPr>
                <p:cNvPr id="11887" name="Google Shape;11887;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88" name="Google Shape;11888;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89" name="Google Shape;11889;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90" name="Google Shape;11890;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91" name="Google Shape;11891;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92" name="Google Shape;11892;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93" name="Google Shape;11893;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94" name="Google Shape;11894;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95" name="Google Shape;11895;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896" name="Google Shape;11896;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897" name="Google Shape;11897;p42"/>
            <p:cNvGrpSpPr/>
            <p:nvPr/>
          </p:nvGrpSpPr>
          <p:grpSpPr>
            <a:xfrm>
              <a:off x="2324397" y="326856"/>
              <a:ext cx="674374" cy="674374"/>
              <a:chOff x="157640" y="503742"/>
              <a:chExt cx="693729" cy="693729"/>
            </a:xfrm>
          </p:grpSpPr>
          <p:sp>
            <p:nvSpPr>
              <p:cNvPr id="11898" name="Google Shape;11898;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899" name="Google Shape;11899;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0" name="Google Shape;11900;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1" name="Google Shape;11901;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2" name="Google Shape;11902;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3" name="Google Shape;11903;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4" name="Google Shape;11904;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5" name="Google Shape;11905;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6" name="Google Shape;11906;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07" name="Google Shape;11907;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08" name="Google Shape;11908;p42"/>
            <p:cNvGrpSpPr/>
            <p:nvPr/>
          </p:nvGrpSpPr>
          <p:grpSpPr>
            <a:xfrm>
              <a:off x="3279110" y="326899"/>
              <a:ext cx="674374" cy="674287"/>
              <a:chOff x="2491476" y="193182"/>
              <a:chExt cx="693729" cy="693640"/>
            </a:xfrm>
          </p:grpSpPr>
          <p:grpSp>
            <p:nvGrpSpPr>
              <p:cNvPr id="11909" name="Google Shape;11909;p42"/>
              <p:cNvGrpSpPr/>
              <p:nvPr/>
            </p:nvGrpSpPr>
            <p:grpSpPr>
              <a:xfrm>
                <a:off x="2491476" y="193182"/>
                <a:ext cx="693729" cy="693640"/>
                <a:chOff x="2491476" y="193182"/>
                <a:chExt cx="693729" cy="693640"/>
              </a:xfrm>
            </p:grpSpPr>
            <p:sp>
              <p:nvSpPr>
                <p:cNvPr id="11910" name="Google Shape;11910;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1" name="Google Shape;11911;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2" name="Google Shape;11912;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3" name="Google Shape;11913;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4" name="Google Shape;11914;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5" name="Google Shape;11915;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6" name="Google Shape;11916;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7" name="Google Shape;11917;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18" name="Google Shape;11918;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919" name="Google Shape;11919;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20" name="Google Shape;11920;p42"/>
            <p:cNvGrpSpPr/>
            <p:nvPr/>
          </p:nvGrpSpPr>
          <p:grpSpPr>
            <a:xfrm>
              <a:off x="4235448" y="326856"/>
              <a:ext cx="674374" cy="674374"/>
              <a:chOff x="157640" y="503742"/>
              <a:chExt cx="693729" cy="693729"/>
            </a:xfrm>
          </p:grpSpPr>
          <p:sp>
            <p:nvSpPr>
              <p:cNvPr id="11921" name="Google Shape;11921;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2" name="Google Shape;11922;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3" name="Google Shape;11923;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4" name="Google Shape;11924;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5" name="Google Shape;11925;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6" name="Google Shape;11926;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7" name="Google Shape;11927;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8" name="Google Shape;11928;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29" name="Google Shape;11929;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30" name="Google Shape;11930;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31" name="Google Shape;11931;p42"/>
            <p:cNvGrpSpPr/>
            <p:nvPr/>
          </p:nvGrpSpPr>
          <p:grpSpPr>
            <a:xfrm>
              <a:off x="5190162" y="326899"/>
              <a:ext cx="674374" cy="674287"/>
              <a:chOff x="2491476" y="193182"/>
              <a:chExt cx="693729" cy="693640"/>
            </a:xfrm>
          </p:grpSpPr>
          <p:grpSp>
            <p:nvGrpSpPr>
              <p:cNvPr id="11932" name="Google Shape;11932;p42"/>
              <p:cNvGrpSpPr/>
              <p:nvPr/>
            </p:nvGrpSpPr>
            <p:grpSpPr>
              <a:xfrm>
                <a:off x="2491476" y="193182"/>
                <a:ext cx="693729" cy="693640"/>
                <a:chOff x="2491476" y="193182"/>
                <a:chExt cx="693729" cy="693640"/>
              </a:xfrm>
            </p:grpSpPr>
            <p:sp>
              <p:nvSpPr>
                <p:cNvPr id="11933" name="Google Shape;11933;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34" name="Google Shape;11934;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35" name="Google Shape;11935;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36" name="Google Shape;11936;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37" name="Google Shape;11937;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38" name="Google Shape;11938;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39" name="Google Shape;11939;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40" name="Google Shape;11940;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41" name="Google Shape;11941;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942" name="Google Shape;11942;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43" name="Google Shape;11943;p42"/>
            <p:cNvGrpSpPr/>
            <p:nvPr/>
          </p:nvGrpSpPr>
          <p:grpSpPr>
            <a:xfrm>
              <a:off x="6145649" y="326856"/>
              <a:ext cx="674374" cy="674374"/>
              <a:chOff x="157640" y="503742"/>
              <a:chExt cx="693729" cy="693729"/>
            </a:xfrm>
          </p:grpSpPr>
          <p:sp>
            <p:nvSpPr>
              <p:cNvPr id="11944" name="Google Shape;11944;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49" name="Google Shape;11949;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45" name="Google Shape;11945;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46" name="Google Shape;11946;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47" name="Google Shape;11947;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48" name="Google Shape;11948;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50" name="Google Shape;11950;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51" name="Google Shape;11951;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52" name="Google Shape;11952;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53" name="Google Shape;11953;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54" name="Google Shape;11954;p42"/>
            <p:cNvGrpSpPr/>
            <p:nvPr/>
          </p:nvGrpSpPr>
          <p:grpSpPr>
            <a:xfrm>
              <a:off x="7100363" y="326899"/>
              <a:ext cx="674374" cy="674287"/>
              <a:chOff x="2491476" y="193182"/>
              <a:chExt cx="693729" cy="693640"/>
            </a:xfrm>
          </p:grpSpPr>
          <p:grpSp>
            <p:nvGrpSpPr>
              <p:cNvPr id="11955" name="Google Shape;11955;p42"/>
              <p:cNvGrpSpPr/>
              <p:nvPr/>
            </p:nvGrpSpPr>
            <p:grpSpPr>
              <a:xfrm>
                <a:off x="2491476" y="193182"/>
                <a:ext cx="693729" cy="693640"/>
                <a:chOff x="2491476" y="193182"/>
                <a:chExt cx="693729" cy="693640"/>
              </a:xfrm>
            </p:grpSpPr>
            <p:sp>
              <p:nvSpPr>
                <p:cNvPr id="11956" name="Google Shape;11956;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57" name="Google Shape;11957;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58" name="Google Shape;11958;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59" name="Google Shape;11959;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60" name="Google Shape;11960;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61" name="Google Shape;11961;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62" name="Google Shape;11962;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63" name="Google Shape;11963;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64" name="Google Shape;11964;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1965" name="Google Shape;11965;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66" name="Google Shape;11966;p42"/>
            <p:cNvGrpSpPr/>
            <p:nvPr/>
          </p:nvGrpSpPr>
          <p:grpSpPr>
            <a:xfrm>
              <a:off x="8055072" y="326856"/>
              <a:ext cx="674374" cy="674374"/>
              <a:chOff x="157640" y="503742"/>
              <a:chExt cx="693729" cy="693729"/>
            </a:xfrm>
          </p:grpSpPr>
          <p:sp>
            <p:nvSpPr>
              <p:cNvPr id="11967" name="Google Shape;11967;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68" name="Google Shape;11968;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69" name="Google Shape;11969;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0" name="Google Shape;11970;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1" name="Google Shape;11971;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2" name="Google Shape;11972;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3" name="Google Shape;11973;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4" name="Google Shape;11974;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5" name="Google Shape;11975;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6" name="Google Shape;11976;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77" name="Google Shape;11977;p42"/>
            <p:cNvGrpSpPr/>
            <p:nvPr/>
          </p:nvGrpSpPr>
          <p:grpSpPr>
            <a:xfrm>
              <a:off x="-63789" y="808128"/>
              <a:ext cx="674374" cy="674287"/>
              <a:chOff x="-327325" y="-12"/>
              <a:chExt cx="693729" cy="693640"/>
            </a:xfrm>
          </p:grpSpPr>
          <p:sp>
            <p:nvSpPr>
              <p:cNvPr id="11978" name="Google Shape;11978;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79" name="Google Shape;11979;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0" name="Google Shape;11980;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1" name="Google Shape;11981;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2" name="Google Shape;11982;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3" name="Google Shape;11983;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4" name="Google Shape;11984;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5" name="Google Shape;11985;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6" name="Google Shape;11986;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87" name="Google Shape;11987;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88" name="Google Shape;11988;p42"/>
            <p:cNvGrpSpPr/>
            <p:nvPr/>
          </p:nvGrpSpPr>
          <p:grpSpPr>
            <a:xfrm>
              <a:off x="891600" y="808098"/>
              <a:ext cx="674374" cy="674346"/>
              <a:chOff x="655485" y="11886"/>
              <a:chExt cx="693729" cy="693701"/>
            </a:xfrm>
          </p:grpSpPr>
          <p:sp>
            <p:nvSpPr>
              <p:cNvPr id="11989" name="Google Shape;11989;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0" name="Google Shape;11990;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1" name="Google Shape;11991;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2" name="Google Shape;11992;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3" name="Google Shape;11993;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4" name="Google Shape;11994;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5" name="Google Shape;11995;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6" name="Google Shape;11996;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7" name="Google Shape;11997;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1998" name="Google Shape;11998;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1999" name="Google Shape;11999;p42"/>
            <p:cNvGrpSpPr/>
            <p:nvPr/>
          </p:nvGrpSpPr>
          <p:grpSpPr>
            <a:xfrm>
              <a:off x="1846983" y="808128"/>
              <a:ext cx="674374" cy="674287"/>
              <a:chOff x="2491476" y="193182"/>
              <a:chExt cx="693729" cy="693640"/>
            </a:xfrm>
          </p:grpSpPr>
          <p:grpSp>
            <p:nvGrpSpPr>
              <p:cNvPr id="12000" name="Google Shape;12000;p42"/>
              <p:cNvGrpSpPr/>
              <p:nvPr/>
            </p:nvGrpSpPr>
            <p:grpSpPr>
              <a:xfrm>
                <a:off x="2491476" y="193182"/>
                <a:ext cx="693729" cy="693640"/>
                <a:chOff x="2491476" y="193182"/>
                <a:chExt cx="693729" cy="693640"/>
              </a:xfrm>
            </p:grpSpPr>
            <p:sp>
              <p:nvSpPr>
                <p:cNvPr id="12001" name="Google Shape;12001;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2" name="Google Shape;12002;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3" name="Google Shape;12003;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4" name="Google Shape;12004;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5" name="Google Shape;12005;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6" name="Google Shape;12006;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7" name="Google Shape;12007;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8" name="Google Shape;12008;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09" name="Google Shape;12009;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2010" name="Google Shape;12010;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2011" name="Google Shape;12011;p42"/>
            <p:cNvGrpSpPr/>
            <p:nvPr/>
          </p:nvGrpSpPr>
          <p:grpSpPr>
            <a:xfrm>
              <a:off x="2802375" y="808140"/>
              <a:ext cx="674374" cy="674287"/>
              <a:chOff x="-327325" y="-12"/>
              <a:chExt cx="693729" cy="693640"/>
            </a:xfrm>
          </p:grpSpPr>
          <p:sp>
            <p:nvSpPr>
              <p:cNvPr id="12012" name="Google Shape;12012;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13" name="Google Shape;12013;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14" name="Google Shape;12014;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15" name="Google Shape;12015;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16" name="Google Shape;12016;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17" name="Google Shape;12017;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18" name="Google Shape;12018;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19" name="Google Shape;12019;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0" name="Google Shape;12020;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1" name="Google Shape;12021;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2022" name="Google Shape;12022;p42"/>
            <p:cNvGrpSpPr/>
            <p:nvPr/>
          </p:nvGrpSpPr>
          <p:grpSpPr>
            <a:xfrm>
              <a:off x="3757764" y="808110"/>
              <a:ext cx="674374" cy="674346"/>
              <a:chOff x="655485" y="11886"/>
              <a:chExt cx="693729" cy="693701"/>
            </a:xfrm>
          </p:grpSpPr>
          <p:sp>
            <p:nvSpPr>
              <p:cNvPr id="12023" name="Google Shape;12023;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4" name="Google Shape;12024;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5" name="Google Shape;12025;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6" name="Google Shape;12026;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7" name="Google Shape;12027;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8" name="Google Shape;12028;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29" name="Google Shape;12029;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30" name="Google Shape;12030;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31" name="Google Shape;12031;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32" name="Google Shape;12032;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2033" name="Google Shape;12033;p42"/>
            <p:cNvGrpSpPr/>
            <p:nvPr/>
          </p:nvGrpSpPr>
          <p:grpSpPr>
            <a:xfrm>
              <a:off x="4713146" y="808140"/>
              <a:ext cx="674374" cy="674287"/>
              <a:chOff x="2491476" y="193182"/>
              <a:chExt cx="693729" cy="693640"/>
            </a:xfrm>
          </p:grpSpPr>
          <p:grpSp>
            <p:nvGrpSpPr>
              <p:cNvPr id="12034" name="Google Shape;12034;p42"/>
              <p:cNvGrpSpPr/>
              <p:nvPr/>
            </p:nvGrpSpPr>
            <p:grpSpPr>
              <a:xfrm>
                <a:off x="2491476" y="193182"/>
                <a:ext cx="693729" cy="693640"/>
                <a:chOff x="2491476" y="193182"/>
                <a:chExt cx="693729" cy="693640"/>
              </a:xfrm>
            </p:grpSpPr>
            <p:sp>
              <p:nvSpPr>
                <p:cNvPr id="12035" name="Google Shape;12035;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36" name="Google Shape;12036;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37" name="Google Shape;12037;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38" name="Google Shape;12038;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39" name="Google Shape;12039;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40" name="Google Shape;12040;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41" name="Google Shape;12041;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42" name="Google Shape;12042;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43" name="Google Shape;12043;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2044" name="Google Shape;12044;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2045" name="Google Shape;12045;p42"/>
            <p:cNvGrpSpPr/>
            <p:nvPr/>
          </p:nvGrpSpPr>
          <p:grpSpPr>
            <a:xfrm>
              <a:off x="5668539" y="808115"/>
              <a:ext cx="674374" cy="674287"/>
              <a:chOff x="-327325" y="-12"/>
              <a:chExt cx="693729" cy="693640"/>
            </a:xfrm>
          </p:grpSpPr>
          <p:sp>
            <p:nvSpPr>
              <p:cNvPr id="12046" name="Google Shape;12046;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47" name="Google Shape;12047;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48" name="Google Shape;12048;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49" name="Google Shape;12049;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0" name="Google Shape;12050;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1" name="Google Shape;12051;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2" name="Google Shape;12052;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3" name="Google Shape;12053;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4" name="Google Shape;12054;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5" name="Google Shape;12055;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2056" name="Google Shape;12056;p42"/>
            <p:cNvGrpSpPr/>
            <p:nvPr/>
          </p:nvGrpSpPr>
          <p:grpSpPr>
            <a:xfrm>
              <a:off x="6623928" y="808086"/>
              <a:ext cx="674374" cy="674346"/>
              <a:chOff x="655485" y="11886"/>
              <a:chExt cx="693729" cy="693701"/>
            </a:xfrm>
          </p:grpSpPr>
          <p:sp>
            <p:nvSpPr>
              <p:cNvPr id="12057" name="Google Shape;12057;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8" name="Google Shape;12058;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59" name="Google Shape;12059;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60" name="Google Shape;12060;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61" name="Google Shape;12061;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62" name="Google Shape;12062;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63" name="Google Shape;12063;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64" name="Google Shape;12064;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65" name="Google Shape;12065;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66" name="Google Shape;12066;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2067" name="Google Shape;12067;p42"/>
            <p:cNvGrpSpPr/>
            <p:nvPr/>
          </p:nvGrpSpPr>
          <p:grpSpPr>
            <a:xfrm>
              <a:off x="7579310" y="808115"/>
              <a:ext cx="674374" cy="674287"/>
              <a:chOff x="2491476" y="193182"/>
              <a:chExt cx="693729" cy="693640"/>
            </a:xfrm>
          </p:grpSpPr>
          <p:grpSp>
            <p:nvGrpSpPr>
              <p:cNvPr id="12068" name="Google Shape;12068;p42"/>
              <p:cNvGrpSpPr/>
              <p:nvPr/>
            </p:nvGrpSpPr>
            <p:grpSpPr>
              <a:xfrm>
                <a:off x="2491476" y="193182"/>
                <a:ext cx="693729" cy="693640"/>
                <a:chOff x="2491476" y="193182"/>
                <a:chExt cx="693729" cy="693640"/>
              </a:xfrm>
            </p:grpSpPr>
            <p:sp>
              <p:nvSpPr>
                <p:cNvPr id="12069" name="Google Shape;12069;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0" name="Google Shape;12070;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1" name="Google Shape;12071;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2" name="Google Shape;12072;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3" name="Google Shape;12073;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4" name="Google Shape;12074;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5" name="Google Shape;12075;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6" name="Google Shape;12076;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77" name="Google Shape;12077;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2078" name="Google Shape;12078;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nvGrpSpPr>
            <p:cNvPr id="12079" name="Google Shape;12079;p42"/>
            <p:cNvGrpSpPr/>
            <p:nvPr/>
          </p:nvGrpSpPr>
          <p:grpSpPr>
            <a:xfrm>
              <a:off x="8534690" y="808115"/>
              <a:ext cx="674374" cy="674287"/>
              <a:chOff x="2491476" y="193182"/>
              <a:chExt cx="693729" cy="693640"/>
            </a:xfrm>
          </p:grpSpPr>
          <p:grpSp>
            <p:nvGrpSpPr>
              <p:cNvPr id="12080" name="Google Shape;12080;p42"/>
              <p:cNvGrpSpPr/>
              <p:nvPr/>
            </p:nvGrpSpPr>
            <p:grpSpPr>
              <a:xfrm>
                <a:off x="2491476" y="193182"/>
                <a:ext cx="693729" cy="693640"/>
                <a:chOff x="2491476" y="193182"/>
                <a:chExt cx="693729" cy="693640"/>
              </a:xfrm>
            </p:grpSpPr>
            <p:sp>
              <p:nvSpPr>
                <p:cNvPr id="12081" name="Google Shape;12081;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2" name="Google Shape;12082;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3" name="Google Shape;12083;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4" name="Google Shape;12084;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5" name="Google Shape;12085;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6" name="Google Shape;12086;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7" name="Google Shape;12087;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8" name="Google Shape;12088;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sp>
              <p:nvSpPr>
                <p:cNvPr id="12089" name="Google Shape;12089;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sp>
            <p:nvSpPr>
              <p:cNvPr id="12090" name="Google Shape;12090;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endParaRPr>
              </a:p>
            </p:txBody>
          </p:sp>
        </p:grpSp>
      </p:grpSp>
      <p:sp>
        <p:nvSpPr>
          <p:cNvPr id="11426" name="Google Shape;11426;p42"/>
          <p:cNvSpPr txBox="1">
            <a:spLocks noGrp="1"/>
          </p:cNvSpPr>
          <p:nvPr>
            <p:ph type="subTitle" idx="1"/>
          </p:nvPr>
        </p:nvSpPr>
        <p:spPr>
          <a:xfrm>
            <a:off x="2612572" y="670530"/>
            <a:ext cx="6327070" cy="2167671"/>
          </a:xfrm>
          <a:prstGeom prst="rect">
            <a:avLst/>
          </a:prstGeom>
        </p:spPr>
        <p:txBody>
          <a:bodyPr spcFirstLastPara="1" wrap="square" lIns="91425" tIns="91425" rIns="91425" bIns="91425" anchor="t" anchorCtr="0">
            <a:noAutofit/>
          </a:bodyPr>
          <a:lstStyle/>
          <a:p>
            <a:pPr marL="0" marR="0">
              <a:buNone/>
            </a:pPr>
            <a:r>
              <a:rPr lang="en-US" dirty="0">
                <a:effectLst/>
                <a:latin typeface="Times New Roman" panose="02020603050405020304" pitchFamily="18" charset="0"/>
                <a:ea typeface="Times New Roman" panose="02020603050405020304" pitchFamily="18" charset="0"/>
              </a:rPr>
              <a:t> Thermal management is a critical factor in various engineering applications, especially in systems involving heat exchange between fluids and solid boundaries. The purpose of this project is to design and simulate a one-dimensional heating system in which a </a:t>
            </a:r>
            <a:r>
              <a:rPr lang="en-US" dirty="0" err="1">
                <a:effectLst/>
                <a:latin typeface="Times New Roman" panose="02020603050405020304" pitchFamily="18" charset="0"/>
                <a:ea typeface="Times New Roman" panose="02020603050405020304" pitchFamily="18" charset="0"/>
              </a:rPr>
              <a:t>thermofluid</a:t>
            </a:r>
            <a:r>
              <a:rPr lang="en-US" dirty="0">
                <a:effectLst/>
                <a:latin typeface="Times New Roman" panose="02020603050405020304" pitchFamily="18" charset="0"/>
                <a:ea typeface="Times New Roman" panose="02020603050405020304" pitchFamily="18" charset="0"/>
              </a:rPr>
              <a:t> is subjected to uniform external heat while flowing through a cylindrical pipe</a:t>
            </a:r>
          </a:p>
          <a:p>
            <a:pPr marL="0" marR="0">
              <a:buNone/>
            </a:pPr>
            <a:r>
              <a:rPr lang="en-US" dirty="0">
                <a:effectLst/>
                <a:latin typeface="Times New Roman" panose="02020603050405020304" pitchFamily="18" charset="0"/>
                <a:ea typeface="Times New Roman" panose="02020603050405020304" pitchFamily="18" charset="0"/>
              </a:rPr>
              <a:t>           The project primarily focuses on how the fluid temperature changes over time and space as it absorbs heat. We utilize MATLAB for analytical and numerical modeling and Simulink for dynamic system simulation. The model considers key parameters like fluid density, heat capacity, flow rate, and pipe geometry to evaluate system behavior.</a:t>
            </a:r>
          </a:p>
          <a:p>
            <a:pPr marL="0" marR="0">
              <a:buNone/>
            </a:pPr>
            <a:r>
              <a:rPr lang="en-US" dirty="0">
                <a:effectLst/>
                <a:latin typeface="Times New Roman" panose="02020603050405020304" pitchFamily="18" charset="0"/>
                <a:ea typeface="Times New Roman" panose="02020603050405020304" pitchFamily="18" charset="0"/>
              </a:rPr>
              <a:t>      </a:t>
            </a:r>
          </a:p>
          <a:p>
            <a:pPr marL="0" marR="0"/>
            <a:r>
              <a:rPr lang="en-US" dirty="0">
                <a:effectLst/>
                <a:latin typeface="Times New Roman" panose="02020603050405020304" pitchFamily="18" charset="0"/>
                <a:ea typeface="Times New Roman" panose="02020603050405020304" pitchFamily="18" charset="0"/>
              </a:rPr>
              <a:t>    This simulation is valuable for both educational and industrial purposes. It introduces students to the basic principles of thermodynamics and fluid mechanics while providing insights for future development of efficient thermal systems.</a:t>
            </a:r>
            <a:endParaRPr sz="1400" dirty="0">
              <a:solidFill>
                <a:srgbClr val="595959"/>
              </a:solidFill>
              <a:latin typeface="Anaheim"/>
              <a:ea typeface="Anaheim"/>
              <a:cs typeface="Anaheim"/>
              <a:sym typeface="Anaheim"/>
            </a:endParaRPr>
          </a:p>
        </p:txBody>
      </p:sp>
      <p:grpSp>
        <p:nvGrpSpPr>
          <p:cNvPr id="11427" name="Google Shape;11427;p42"/>
          <p:cNvGrpSpPr/>
          <p:nvPr/>
        </p:nvGrpSpPr>
        <p:grpSpPr>
          <a:xfrm>
            <a:off x="-64746" y="-817428"/>
            <a:ext cx="9273491" cy="1634856"/>
            <a:chOff x="-64427" y="-152400"/>
            <a:chExt cx="9273491" cy="1634856"/>
          </a:xfrm>
        </p:grpSpPr>
        <p:grpSp>
          <p:nvGrpSpPr>
            <p:cNvPr id="11428" name="Google Shape;11428;p42"/>
            <p:cNvGrpSpPr/>
            <p:nvPr/>
          </p:nvGrpSpPr>
          <p:grpSpPr>
            <a:xfrm>
              <a:off x="-64427" y="-152358"/>
              <a:ext cx="674374" cy="674287"/>
              <a:chOff x="-327325" y="-12"/>
              <a:chExt cx="693729" cy="693640"/>
            </a:xfrm>
          </p:grpSpPr>
          <p:sp>
            <p:nvSpPr>
              <p:cNvPr id="11429" name="Google Shape;11429;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0" name="Google Shape;11430;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1" name="Google Shape;11431;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2" name="Google Shape;11432;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3" name="Google Shape;11433;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4" name="Google Shape;11434;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5" name="Google Shape;11435;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6" name="Google Shape;11436;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7" name="Google Shape;11437;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38" name="Google Shape;11438;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439" name="Google Shape;11439;p42"/>
            <p:cNvGrpSpPr/>
            <p:nvPr/>
          </p:nvGrpSpPr>
          <p:grpSpPr>
            <a:xfrm>
              <a:off x="890962" y="-152388"/>
              <a:ext cx="674374" cy="674346"/>
              <a:chOff x="655485" y="11886"/>
              <a:chExt cx="693729" cy="693701"/>
            </a:xfrm>
          </p:grpSpPr>
          <p:sp>
            <p:nvSpPr>
              <p:cNvPr id="11440" name="Google Shape;11440;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1" name="Google Shape;11441;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2" name="Google Shape;11442;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3" name="Google Shape;11443;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4" name="Google Shape;11444;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5" name="Google Shape;11445;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6" name="Google Shape;11446;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7" name="Google Shape;11447;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8" name="Google Shape;11448;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49" name="Google Shape;11449;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450" name="Google Shape;11450;p42"/>
            <p:cNvGrpSpPr/>
            <p:nvPr/>
          </p:nvGrpSpPr>
          <p:grpSpPr>
            <a:xfrm>
              <a:off x="1846345" y="-152358"/>
              <a:ext cx="674374" cy="674287"/>
              <a:chOff x="2491476" y="193182"/>
              <a:chExt cx="693729" cy="693640"/>
            </a:xfrm>
          </p:grpSpPr>
          <p:grpSp>
            <p:nvGrpSpPr>
              <p:cNvPr id="11451" name="Google Shape;11451;p42"/>
              <p:cNvGrpSpPr/>
              <p:nvPr/>
            </p:nvGrpSpPr>
            <p:grpSpPr>
              <a:xfrm>
                <a:off x="2491476" y="193182"/>
                <a:ext cx="693729" cy="693640"/>
                <a:chOff x="2491476" y="193182"/>
                <a:chExt cx="693729" cy="693640"/>
              </a:xfrm>
            </p:grpSpPr>
            <p:sp>
              <p:nvSpPr>
                <p:cNvPr id="11452" name="Google Shape;11452;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53" name="Google Shape;11453;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54" name="Google Shape;11454;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55" name="Google Shape;11455;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56" name="Google Shape;11456;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57" name="Google Shape;11457;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58" name="Google Shape;11458;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59" name="Google Shape;11459;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60" name="Google Shape;11460;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461" name="Google Shape;11461;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462" name="Google Shape;11462;p42"/>
            <p:cNvGrpSpPr/>
            <p:nvPr/>
          </p:nvGrpSpPr>
          <p:grpSpPr>
            <a:xfrm>
              <a:off x="2801737" y="-152346"/>
              <a:ext cx="674374" cy="674287"/>
              <a:chOff x="-327325" y="-12"/>
              <a:chExt cx="693729" cy="693640"/>
            </a:xfrm>
          </p:grpSpPr>
          <p:sp>
            <p:nvSpPr>
              <p:cNvPr id="11463" name="Google Shape;11463;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64" name="Google Shape;11464;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65" name="Google Shape;11465;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66" name="Google Shape;11466;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67" name="Google Shape;11467;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68" name="Google Shape;11468;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69" name="Google Shape;11469;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0" name="Google Shape;11470;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1" name="Google Shape;11471;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2" name="Google Shape;11472;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473" name="Google Shape;11473;p42"/>
            <p:cNvGrpSpPr/>
            <p:nvPr/>
          </p:nvGrpSpPr>
          <p:grpSpPr>
            <a:xfrm>
              <a:off x="3757126" y="-152376"/>
              <a:ext cx="674374" cy="674346"/>
              <a:chOff x="655485" y="11886"/>
              <a:chExt cx="693729" cy="693701"/>
            </a:xfrm>
          </p:grpSpPr>
          <p:sp>
            <p:nvSpPr>
              <p:cNvPr id="11474" name="Google Shape;11474;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5" name="Google Shape;11475;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6" name="Google Shape;11476;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7" name="Google Shape;11477;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8" name="Google Shape;11478;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79" name="Google Shape;11479;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80" name="Google Shape;11480;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81" name="Google Shape;11481;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82" name="Google Shape;11482;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83" name="Google Shape;11483;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484" name="Google Shape;11484;p42"/>
            <p:cNvGrpSpPr/>
            <p:nvPr/>
          </p:nvGrpSpPr>
          <p:grpSpPr>
            <a:xfrm>
              <a:off x="4712509" y="-152346"/>
              <a:ext cx="674374" cy="674287"/>
              <a:chOff x="2491476" y="193182"/>
              <a:chExt cx="693729" cy="693640"/>
            </a:xfrm>
          </p:grpSpPr>
          <p:grpSp>
            <p:nvGrpSpPr>
              <p:cNvPr id="11485" name="Google Shape;11485;p42"/>
              <p:cNvGrpSpPr/>
              <p:nvPr/>
            </p:nvGrpSpPr>
            <p:grpSpPr>
              <a:xfrm>
                <a:off x="2491476" y="193182"/>
                <a:ext cx="693729" cy="693640"/>
                <a:chOff x="2491476" y="193182"/>
                <a:chExt cx="693729" cy="693640"/>
              </a:xfrm>
            </p:grpSpPr>
            <p:sp>
              <p:nvSpPr>
                <p:cNvPr id="11486" name="Google Shape;11486;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87" name="Google Shape;11487;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88" name="Google Shape;11488;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89" name="Google Shape;11489;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90" name="Google Shape;11490;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91" name="Google Shape;11491;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92" name="Google Shape;11492;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93" name="Google Shape;11493;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94" name="Google Shape;11494;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495" name="Google Shape;11495;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496" name="Google Shape;11496;p42"/>
            <p:cNvGrpSpPr/>
            <p:nvPr/>
          </p:nvGrpSpPr>
          <p:grpSpPr>
            <a:xfrm>
              <a:off x="5667901" y="-152370"/>
              <a:ext cx="674374" cy="674287"/>
              <a:chOff x="-327325" y="-12"/>
              <a:chExt cx="693729" cy="693640"/>
            </a:xfrm>
          </p:grpSpPr>
          <p:sp>
            <p:nvSpPr>
              <p:cNvPr id="11497" name="Google Shape;11497;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98" name="Google Shape;11498;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499" name="Google Shape;11499;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0" name="Google Shape;11500;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1" name="Google Shape;11501;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2" name="Google Shape;11502;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3" name="Google Shape;11503;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4" name="Google Shape;11504;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5" name="Google Shape;11505;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6" name="Google Shape;11506;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07" name="Google Shape;11507;p42"/>
            <p:cNvGrpSpPr/>
            <p:nvPr/>
          </p:nvGrpSpPr>
          <p:grpSpPr>
            <a:xfrm>
              <a:off x="6623290" y="-152400"/>
              <a:ext cx="674374" cy="674346"/>
              <a:chOff x="655485" y="11886"/>
              <a:chExt cx="693729" cy="693701"/>
            </a:xfrm>
          </p:grpSpPr>
          <p:sp>
            <p:nvSpPr>
              <p:cNvPr id="11508" name="Google Shape;11508;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09" name="Google Shape;11509;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0" name="Google Shape;11510;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1" name="Google Shape;11511;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2" name="Google Shape;11512;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3" name="Google Shape;11513;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4" name="Google Shape;11514;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5" name="Google Shape;11515;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6" name="Google Shape;11516;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17" name="Google Shape;11517;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18" name="Google Shape;11518;p42"/>
            <p:cNvGrpSpPr/>
            <p:nvPr/>
          </p:nvGrpSpPr>
          <p:grpSpPr>
            <a:xfrm>
              <a:off x="7578673" y="-152370"/>
              <a:ext cx="674374" cy="674287"/>
              <a:chOff x="2491476" y="193182"/>
              <a:chExt cx="693729" cy="693640"/>
            </a:xfrm>
          </p:grpSpPr>
          <p:grpSp>
            <p:nvGrpSpPr>
              <p:cNvPr id="11519" name="Google Shape;11519;p42"/>
              <p:cNvGrpSpPr/>
              <p:nvPr/>
            </p:nvGrpSpPr>
            <p:grpSpPr>
              <a:xfrm>
                <a:off x="2491476" y="193182"/>
                <a:ext cx="693729" cy="693640"/>
                <a:chOff x="2491476" y="193182"/>
                <a:chExt cx="693729" cy="693640"/>
              </a:xfrm>
            </p:grpSpPr>
            <p:sp>
              <p:nvSpPr>
                <p:cNvPr id="11520" name="Google Shape;11520;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1" name="Google Shape;11521;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2" name="Google Shape;11522;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3" name="Google Shape;11523;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4" name="Google Shape;11524;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5" name="Google Shape;11525;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6" name="Google Shape;11526;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7" name="Google Shape;11527;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28" name="Google Shape;11528;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529" name="Google Shape;11529;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30" name="Google Shape;11530;p42"/>
            <p:cNvGrpSpPr/>
            <p:nvPr/>
          </p:nvGrpSpPr>
          <p:grpSpPr>
            <a:xfrm>
              <a:off x="8534053" y="-152370"/>
              <a:ext cx="674374" cy="674287"/>
              <a:chOff x="2491476" y="193182"/>
              <a:chExt cx="693729" cy="693640"/>
            </a:xfrm>
          </p:grpSpPr>
          <p:grpSp>
            <p:nvGrpSpPr>
              <p:cNvPr id="11531" name="Google Shape;11531;p42"/>
              <p:cNvGrpSpPr/>
              <p:nvPr/>
            </p:nvGrpSpPr>
            <p:grpSpPr>
              <a:xfrm>
                <a:off x="2491476" y="193182"/>
                <a:ext cx="693729" cy="693640"/>
                <a:chOff x="2491476" y="193182"/>
                <a:chExt cx="693729" cy="693640"/>
              </a:xfrm>
            </p:grpSpPr>
            <p:sp>
              <p:nvSpPr>
                <p:cNvPr id="11532" name="Google Shape;11532;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33" name="Google Shape;11533;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34" name="Google Shape;11534;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35" name="Google Shape;11535;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36" name="Google Shape;11536;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37" name="Google Shape;11537;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38" name="Google Shape;11538;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39" name="Google Shape;11539;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40" name="Google Shape;11540;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541" name="Google Shape;11541;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42" name="Google Shape;11542;p42"/>
            <p:cNvGrpSpPr/>
            <p:nvPr/>
          </p:nvGrpSpPr>
          <p:grpSpPr>
            <a:xfrm>
              <a:off x="414196" y="326856"/>
              <a:ext cx="674374" cy="674374"/>
              <a:chOff x="157640" y="503742"/>
              <a:chExt cx="693729" cy="693729"/>
            </a:xfrm>
          </p:grpSpPr>
          <p:sp>
            <p:nvSpPr>
              <p:cNvPr id="11543" name="Google Shape;11543;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44" name="Google Shape;11544;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45" name="Google Shape;11545;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46" name="Google Shape;11546;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47" name="Google Shape;11547;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48" name="Google Shape;11548;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49" name="Google Shape;11549;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50" name="Google Shape;11550;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51" name="Google Shape;11551;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52" name="Google Shape;11552;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53" name="Google Shape;11553;p42"/>
            <p:cNvGrpSpPr/>
            <p:nvPr/>
          </p:nvGrpSpPr>
          <p:grpSpPr>
            <a:xfrm>
              <a:off x="1368910" y="326899"/>
              <a:ext cx="674374" cy="674287"/>
              <a:chOff x="2491476" y="193182"/>
              <a:chExt cx="693729" cy="693640"/>
            </a:xfrm>
          </p:grpSpPr>
          <p:grpSp>
            <p:nvGrpSpPr>
              <p:cNvPr id="11554" name="Google Shape;11554;p42"/>
              <p:cNvGrpSpPr/>
              <p:nvPr/>
            </p:nvGrpSpPr>
            <p:grpSpPr>
              <a:xfrm>
                <a:off x="2491476" y="193182"/>
                <a:ext cx="693729" cy="693640"/>
                <a:chOff x="2491476" y="193182"/>
                <a:chExt cx="693729" cy="693640"/>
              </a:xfrm>
            </p:grpSpPr>
            <p:sp>
              <p:nvSpPr>
                <p:cNvPr id="11555" name="Google Shape;11555;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56" name="Google Shape;11556;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57" name="Google Shape;11557;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58" name="Google Shape;11558;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59" name="Google Shape;11559;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60" name="Google Shape;11560;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61" name="Google Shape;11561;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62" name="Google Shape;11562;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63" name="Google Shape;11563;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564" name="Google Shape;11564;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65" name="Google Shape;11565;p42"/>
            <p:cNvGrpSpPr/>
            <p:nvPr/>
          </p:nvGrpSpPr>
          <p:grpSpPr>
            <a:xfrm>
              <a:off x="2324397" y="326856"/>
              <a:ext cx="674374" cy="674374"/>
              <a:chOff x="157640" y="503742"/>
              <a:chExt cx="693729" cy="693729"/>
            </a:xfrm>
          </p:grpSpPr>
          <p:sp>
            <p:nvSpPr>
              <p:cNvPr id="11566" name="Google Shape;11566;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67" name="Google Shape;11567;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68" name="Google Shape;11568;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69" name="Google Shape;11569;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70" name="Google Shape;11570;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71" name="Google Shape;11571;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72" name="Google Shape;11572;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73" name="Google Shape;11573;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74" name="Google Shape;11574;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75" name="Google Shape;11575;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76" name="Google Shape;11576;p42"/>
            <p:cNvGrpSpPr/>
            <p:nvPr/>
          </p:nvGrpSpPr>
          <p:grpSpPr>
            <a:xfrm>
              <a:off x="3279110" y="326899"/>
              <a:ext cx="674374" cy="674287"/>
              <a:chOff x="2491476" y="193182"/>
              <a:chExt cx="693729" cy="693640"/>
            </a:xfrm>
          </p:grpSpPr>
          <p:grpSp>
            <p:nvGrpSpPr>
              <p:cNvPr id="11577" name="Google Shape;11577;p42"/>
              <p:cNvGrpSpPr/>
              <p:nvPr/>
            </p:nvGrpSpPr>
            <p:grpSpPr>
              <a:xfrm>
                <a:off x="2491476" y="193182"/>
                <a:ext cx="693729" cy="693640"/>
                <a:chOff x="2491476" y="193182"/>
                <a:chExt cx="693729" cy="693640"/>
              </a:xfrm>
            </p:grpSpPr>
            <p:sp>
              <p:nvSpPr>
                <p:cNvPr id="11578" name="Google Shape;11578;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79" name="Google Shape;11579;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80" name="Google Shape;11580;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81" name="Google Shape;11581;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82" name="Google Shape;11582;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83" name="Google Shape;11583;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84" name="Google Shape;11584;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85" name="Google Shape;11585;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86" name="Google Shape;11586;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587" name="Google Shape;11587;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88" name="Google Shape;11588;p42"/>
            <p:cNvGrpSpPr/>
            <p:nvPr/>
          </p:nvGrpSpPr>
          <p:grpSpPr>
            <a:xfrm>
              <a:off x="4235448" y="326856"/>
              <a:ext cx="674374" cy="674374"/>
              <a:chOff x="157640" y="503742"/>
              <a:chExt cx="693729" cy="693729"/>
            </a:xfrm>
          </p:grpSpPr>
          <p:sp>
            <p:nvSpPr>
              <p:cNvPr id="11589" name="Google Shape;11589;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0" name="Google Shape;11590;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1" name="Google Shape;11591;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2" name="Google Shape;11592;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3" name="Google Shape;11593;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4" name="Google Shape;11594;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5" name="Google Shape;11595;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6" name="Google Shape;11596;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7" name="Google Shape;11597;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598" name="Google Shape;11598;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599" name="Google Shape;11599;p42"/>
            <p:cNvGrpSpPr/>
            <p:nvPr/>
          </p:nvGrpSpPr>
          <p:grpSpPr>
            <a:xfrm>
              <a:off x="5190162" y="326899"/>
              <a:ext cx="674374" cy="674287"/>
              <a:chOff x="2491476" y="193182"/>
              <a:chExt cx="693729" cy="693640"/>
            </a:xfrm>
          </p:grpSpPr>
          <p:grpSp>
            <p:nvGrpSpPr>
              <p:cNvPr id="11600" name="Google Shape;11600;p42"/>
              <p:cNvGrpSpPr/>
              <p:nvPr/>
            </p:nvGrpSpPr>
            <p:grpSpPr>
              <a:xfrm>
                <a:off x="2491476" y="193182"/>
                <a:ext cx="693729" cy="693640"/>
                <a:chOff x="2491476" y="193182"/>
                <a:chExt cx="693729" cy="693640"/>
              </a:xfrm>
            </p:grpSpPr>
            <p:sp>
              <p:nvSpPr>
                <p:cNvPr id="11601" name="Google Shape;11601;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2" name="Google Shape;11602;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3" name="Google Shape;11603;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4" name="Google Shape;11604;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5" name="Google Shape;11605;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6" name="Google Shape;11606;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7" name="Google Shape;11607;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8" name="Google Shape;11608;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09" name="Google Shape;11609;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610" name="Google Shape;11610;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11" name="Google Shape;11611;p42"/>
            <p:cNvGrpSpPr/>
            <p:nvPr/>
          </p:nvGrpSpPr>
          <p:grpSpPr>
            <a:xfrm>
              <a:off x="6145649" y="326856"/>
              <a:ext cx="674374" cy="674374"/>
              <a:chOff x="157640" y="503742"/>
              <a:chExt cx="693729" cy="693729"/>
            </a:xfrm>
          </p:grpSpPr>
          <p:sp>
            <p:nvSpPr>
              <p:cNvPr id="11612" name="Google Shape;11612;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13" name="Google Shape;11613;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14" name="Google Shape;11614;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15" name="Google Shape;11615;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16" name="Google Shape;11616;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17" name="Google Shape;11617;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18" name="Google Shape;11618;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19" name="Google Shape;11619;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20" name="Google Shape;11620;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21" name="Google Shape;11621;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22" name="Google Shape;11622;p42"/>
            <p:cNvGrpSpPr/>
            <p:nvPr/>
          </p:nvGrpSpPr>
          <p:grpSpPr>
            <a:xfrm>
              <a:off x="7100363" y="326899"/>
              <a:ext cx="674374" cy="674287"/>
              <a:chOff x="2491476" y="193182"/>
              <a:chExt cx="693729" cy="693640"/>
            </a:xfrm>
          </p:grpSpPr>
          <p:grpSp>
            <p:nvGrpSpPr>
              <p:cNvPr id="11623" name="Google Shape;11623;p42"/>
              <p:cNvGrpSpPr/>
              <p:nvPr/>
            </p:nvGrpSpPr>
            <p:grpSpPr>
              <a:xfrm>
                <a:off x="2491476" y="193182"/>
                <a:ext cx="693729" cy="693640"/>
                <a:chOff x="2491476" y="193182"/>
                <a:chExt cx="693729" cy="693640"/>
              </a:xfrm>
            </p:grpSpPr>
            <p:sp>
              <p:nvSpPr>
                <p:cNvPr id="11624" name="Google Shape;11624;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25" name="Google Shape;11625;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26" name="Google Shape;11626;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27" name="Google Shape;11627;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28" name="Google Shape;11628;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29" name="Google Shape;11629;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30" name="Google Shape;11630;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31" name="Google Shape;11631;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32" name="Google Shape;11632;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633" name="Google Shape;11633;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34" name="Google Shape;11634;p42"/>
            <p:cNvGrpSpPr/>
            <p:nvPr/>
          </p:nvGrpSpPr>
          <p:grpSpPr>
            <a:xfrm>
              <a:off x="8055072" y="326856"/>
              <a:ext cx="674374" cy="674374"/>
              <a:chOff x="157640" y="503742"/>
              <a:chExt cx="693729" cy="693729"/>
            </a:xfrm>
          </p:grpSpPr>
          <p:sp>
            <p:nvSpPr>
              <p:cNvPr id="11635" name="Google Shape;11635;p42"/>
              <p:cNvSpPr/>
              <p:nvPr/>
            </p:nvSpPr>
            <p:spPr>
              <a:xfrm>
                <a:off x="157640" y="503742"/>
                <a:ext cx="693729" cy="693729"/>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36" name="Google Shape;11636;p42"/>
              <p:cNvSpPr/>
              <p:nvPr/>
            </p:nvSpPr>
            <p:spPr>
              <a:xfrm>
                <a:off x="192237" y="538424"/>
                <a:ext cx="624565" cy="62445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37" name="Google Shape;11637;p42"/>
              <p:cNvSpPr/>
              <p:nvPr/>
            </p:nvSpPr>
            <p:spPr>
              <a:xfrm>
                <a:off x="226805" y="573049"/>
                <a:ext cx="555372" cy="555172"/>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38" name="Google Shape;11638;p42"/>
              <p:cNvSpPr/>
              <p:nvPr/>
            </p:nvSpPr>
            <p:spPr>
              <a:xfrm>
                <a:off x="261401" y="607674"/>
                <a:ext cx="486207" cy="485893"/>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39" name="Google Shape;11639;p42"/>
              <p:cNvSpPr/>
              <p:nvPr/>
            </p:nvSpPr>
            <p:spPr>
              <a:xfrm>
                <a:off x="295969" y="642327"/>
                <a:ext cx="417071" cy="416643"/>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0" name="Google Shape;11640;p42"/>
              <p:cNvSpPr/>
              <p:nvPr/>
            </p:nvSpPr>
            <p:spPr>
              <a:xfrm>
                <a:off x="330566" y="676981"/>
                <a:ext cx="347821" cy="347336"/>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1" name="Google Shape;11641;p42"/>
              <p:cNvSpPr/>
              <p:nvPr/>
            </p:nvSpPr>
            <p:spPr>
              <a:xfrm>
                <a:off x="365162" y="711577"/>
                <a:ext cx="278656" cy="27808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2" name="Google Shape;11642;p42"/>
              <p:cNvSpPr/>
              <p:nvPr/>
            </p:nvSpPr>
            <p:spPr>
              <a:xfrm>
                <a:off x="399759" y="746231"/>
                <a:ext cx="209463" cy="208778"/>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3" name="Google Shape;11643;p42"/>
              <p:cNvSpPr/>
              <p:nvPr/>
            </p:nvSpPr>
            <p:spPr>
              <a:xfrm>
                <a:off x="434355" y="780884"/>
                <a:ext cx="140270" cy="139528"/>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4" name="Google Shape;11644;p42"/>
              <p:cNvSpPr/>
              <p:nvPr/>
            </p:nvSpPr>
            <p:spPr>
              <a:xfrm>
                <a:off x="468923" y="815481"/>
                <a:ext cx="71134" cy="70278"/>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45" name="Google Shape;11645;p42"/>
            <p:cNvGrpSpPr/>
            <p:nvPr/>
          </p:nvGrpSpPr>
          <p:grpSpPr>
            <a:xfrm>
              <a:off x="-63789" y="808128"/>
              <a:ext cx="674374" cy="674287"/>
              <a:chOff x="-327325" y="-12"/>
              <a:chExt cx="693729" cy="693640"/>
            </a:xfrm>
          </p:grpSpPr>
          <p:sp>
            <p:nvSpPr>
              <p:cNvPr id="11646" name="Google Shape;11646;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7" name="Google Shape;11647;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8" name="Google Shape;11648;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49" name="Google Shape;11649;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0" name="Google Shape;11650;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1" name="Google Shape;11651;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2" name="Google Shape;11652;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3" name="Google Shape;11653;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4" name="Google Shape;11654;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5" name="Google Shape;11655;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56" name="Google Shape;11656;p42"/>
            <p:cNvGrpSpPr/>
            <p:nvPr/>
          </p:nvGrpSpPr>
          <p:grpSpPr>
            <a:xfrm>
              <a:off x="891600" y="808098"/>
              <a:ext cx="674374" cy="674346"/>
              <a:chOff x="655485" y="11886"/>
              <a:chExt cx="693729" cy="693701"/>
            </a:xfrm>
          </p:grpSpPr>
          <p:sp>
            <p:nvSpPr>
              <p:cNvPr id="11657" name="Google Shape;11657;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8" name="Google Shape;11658;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59" name="Google Shape;11659;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60" name="Google Shape;11660;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61" name="Google Shape;11661;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62" name="Google Shape;11662;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63" name="Google Shape;11663;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64" name="Google Shape;11664;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65" name="Google Shape;11665;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66" name="Google Shape;11666;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67" name="Google Shape;11667;p42"/>
            <p:cNvGrpSpPr/>
            <p:nvPr/>
          </p:nvGrpSpPr>
          <p:grpSpPr>
            <a:xfrm>
              <a:off x="1846983" y="808128"/>
              <a:ext cx="674374" cy="674287"/>
              <a:chOff x="2491476" y="193182"/>
              <a:chExt cx="693729" cy="693640"/>
            </a:xfrm>
          </p:grpSpPr>
          <p:grpSp>
            <p:nvGrpSpPr>
              <p:cNvPr id="11668" name="Google Shape;11668;p42"/>
              <p:cNvGrpSpPr/>
              <p:nvPr/>
            </p:nvGrpSpPr>
            <p:grpSpPr>
              <a:xfrm>
                <a:off x="2491476" y="193182"/>
                <a:ext cx="693729" cy="693640"/>
                <a:chOff x="2491476" y="193182"/>
                <a:chExt cx="693729" cy="693640"/>
              </a:xfrm>
            </p:grpSpPr>
            <p:sp>
              <p:nvSpPr>
                <p:cNvPr id="11669" name="Google Shape;11669;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0" name="Google Shape;11670;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1" name="Google Shape;11671;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2" name="Google Shape;11672;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3" name="Google Shape;11673;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4" name="Google Shape;11674;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5" name="Google Shape;11675;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6" name="Google Shape;11676;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77" name="Google Shape;11677;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678" name="Google Shape;11678;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79" name="Google Shape;11679;p42"/>
            <p:cNvGrpSpPr/>
            <p:nvPr/>
          </p:nvGrpSpPr>
          <p:grpSpPr>
            <a:xfrm>
              <a:off x="2802375" y="808140"/>
              <a:ext cx="674374" cy="674287"/>
              <a:chOff x="-327325" y="-12"/>
              <a:chExt cx="693729" cy="693640"/>
            </a:xfrm>
          </p:grpSpPr>
          <p:sp>
            <p:nvSpPr>
              <p:cNvPr id="11680" name="Google Shape;11680;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1" name="Google Shape;11681;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2" name="Google Shape;11682;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3" name="Google Shape;11683;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4" name="Google Shape;11684;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5" name="Google Shape;11685;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6" name="Google Shape;11686;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7" name="Google Shape;11687;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8" name="Google Shape;11688;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89" name="Google Shape;11689;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690" name="Google Shape;11690;p42"/>
            <p:cNvGrpSpPr/>
            <p:nvPr/>
          </p:nvGrpSpPr>
          <p:grpSpPr>
            <a:xfrm>
              <a:off x="3757764" y="808110"/>
              <a:ext cx="674374" cy="674346"/>
              <a:chOff x="655485" y="11886"/>
              <a:chExt cx="693729" cy="693701"/>
            </a:xfrm>
          </p:grpSpPr>
          <p:sp>
            <p:nvSpPr>
              <p:cNvPr id="11691" name="Google Shape;11691;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2" name="Google Shape;11692;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3" name="Google Shape;11693;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4" name="Google Shape;11694;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5" name="Google Shape;11695;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6" name="Google Shape;11696;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7" name="Google Shape;11697;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8" name="Google Shape;11698;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699" name="Google Shape;11699;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00" name="Google Shape;11700;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701" name="Google Shape;11701;p42"/>
            <p:cNvGrpSpPr/>
            <p:nvPr/>
          </p:nvGrpSpPr>
          <p:grpSpPr>
            <a:xfrm>
              <a:off x="4713146" y="808140"/>
              <a:ext cx="674374" cy="674287"/>
              <a:chOff x="2491476" y="193182"/>
              <a:chExt cx="693729" cy="693640"/>
            </a:xfrm>
          </p:grpSpPr>
          <p:grpSp>
            <p:nvGrpSpPr>
              <p:cNvPr id="11702" name="Google Shape;11702;p42"/>
              <p:cNvGrpSpPr/>
              <p:nvPr/>
            </p:nvGrpSpPr>
            <p:grpSpPr>
              <a:xfrm>
                <a:off x="2491476" y="193182"/>
                <a:ext cx="693729" cy="693640"/>
                <a:chOff x="2491476" y="193182"/>
                <a:chExt cx="693729" cy="693640"/>
              </a:xfrm>
            </p:grpSpPr>
            <p:sp>
              <p:nvSpPr>
                <p:cNvPr id="11703" name="Google Shape;11703;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04" name="Google Shape;11704;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05" name="Google Shape;11705;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06" name="Google Shape;11706;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07" name="Google Shape;11707;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08" name="Google Shape;11708;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09" name="Google Shape;11709;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10" name="Google Shape;11710;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11" name="Google Shape;11711;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712" name="Google Shape;11712;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713" name="Google Shape;11713;p42"/>
            <p:cNvGrpSpPr/>
            <p:nvPr/>
          </p:nvGrpSpPr>
          <p:grpSpPr>
            <a:xfrm>
              <a:off x="5668539" y="808115"/>
              <a:ext cx="674374" cy="674287"/>
              <a:chOff x="-327325" y="-12"/>
              <a:chExt cx="693729" cy="693640"/>
            </a:xfrm>
          </p:grpSpPr>
          <p:sp>
            <p:nvSpPr>
              <p:cNvPr id="11714" name="Google Shape;11714;p42"/>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15" name="Google Shape;11715;p42"/>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16" name="Google Shape;11716;p42"/>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17" name="Google Shape;11717;p42"/>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18" name="Google Shape;11718;p42"/>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19" name="Google Shape;11719;p42"/>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0" name="Google Shape;11720;p42"/>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1" name="Google Shape;11721;p42"/>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2" name="Google Shape;11722;p42"/>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3" name="Google Shape;11723;p42"/>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724" name="Google Shape;11724;p42"/>
            <p:cNvGrpSpPr/>
            <p:nvPr/>
          </p:nvGrpSpPr>
          <p:grpSpPr>
            <a:xfrm>
              <a:off x="6623928" y="808086"/>
              <a:ext cx="674374" cy="674346"/>
              <a:chOff x="655485" y="11886"/>
              <a:chExt cx="693729" cy="693701"/>
            </a:xfrm>
          </p:grpSpPr>
          <p:sp>
            <p:nvSpPr>
              <p:cNvPr id="11725" name="Google Shape;11725;p42"/>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6" name="Google Shape;11726;p42"/>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7" name="Google Shape;11727;p42"/>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8" name="Google Shape;11728;p42"/>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29" name="Google Shape;11729;p42"/>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30" name="Google Shape;11730;p42"/>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31" name="Google Shape;11731;p42"/>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32" name="Google Shape;11732;p42"/>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33" name="Google Shape;11733;p42"/>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34" name="Google Shape;11734;p42"/>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735" name="Google Shape;11735;p42"/>
            <p:cNvGrpSpPr/>
            <p:nvPr/>
          </p:nvGrpSpPr>
          <p:grpSpPr>
            <a:xfrm>
              <a:off x="7579310" y="808115"/>
              <a:ext cx="674374" cy="674287"/>
              <a:chOff x="2491476" y="193182"/>
              <a:chExt cx="693729" cy="693640"/>
            </a:xfrm>
          </p:grpSpPr>
          <p:grpSp>
            <p:nvGrpSpPr>
              <p:cNvPr id="11736" name="Google Shape;11736;p42"/>
              <p:cNvGrpSpPr/>
              <p:nvPr/>
            </p:nvGrpSpPr>
            <p:grpSpPr>
              <a:xfrm>
                <a:off x="2491476" y="193182"/>
                <a:ext cx="693729" cy="693640"/>
                <a:chOff x="2491476" y="193182"/>
                <a:chExt cx="693729" cy="693640"/>
              </a:xfrm>
            </p:grpSpPr>
            <p:sp>
              <p:nvSpPr>
                <p:cNvPr id="11737" name="Google Shape;11737;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38" name="Google Shape;11738;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39" name="Google Shape;11739;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40" name="Google Shape;11740;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41" name="Google Shape;11741;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42" name="Google Shape;11742;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43" name="Google Shape;11743;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44" name="Google Shape;11744;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45" name="Google Shape;11745;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746" name="Google Shape;11746;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1747" name="Google Shape;11747;p42"/>
            <p:cNvGrpSpPr/>
            <p:nvPr/>
          </p:nvGrpSpPr>
          <p:grpSpPr>
            <a:xfrm>
              <a:off x="8534690" y="808115"/>
              <a:ext cx="674374" cy="674287"/>
              <a:chOff x="2491476" y="193182"/>
              <a:chExt cx="693729" cy="693640"/>
            </a:xfrm>
          </p:grpSpPr>
          <p:grpSp>
            <p:nvGrpSpPr>
              <p:cNvPr id="11748" name="Google Shape;11748;p42"/>
              <p:cNvGrpSpPr/>
              <p:nvPr/>
            </p:nvGrpSpPr>
            <p:grpSpPr>
              <a:xfrm>
                <a:off x="2491476" y="193182"/>
                <a:ext cx="693729" cy="693640"/>
                <a:chOff x="2491476" y="193182"/>
                <a:chExt cx="693729" cy="693640"/>
              </a:xfrm>
            </p:grpSpPr>
            <p:sp>
              <p:nvSpPr>
                <p:cNvPr id="11749" name="Google Shape;11749;p42"/>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0" name="Google Shape;11750;p42"/>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1" name="Google Shape;11751;p42"/>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2" name="Google Shape;11752;p42"/>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3" name="Google Shape;11753;p42"/>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4" name="Google Shape;11754;p42"/>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5" name="Google Shape;11755;p42"/>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6" name="Google Shape;11756;p42"/>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757" name="Google Shape;11757;p42"/>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1758" name="Google Shape;11758;p42"/>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52"/>
        <p:cNvGrpSpPr/>
        <p:nvPr/>
      </p:nvGrpSpPr>
      <p:grpSpPr>
        <a:xfrm>
          <a:off x="0" y="0"/>
          <a:ext cx="0" cy="0"/>
          <a:chOff x="0" y="0"/>
          <a:chExt cx="0" cy="0"/>
        </a:xfrm>
      </p:grpSpPr>
      <p:sp>
        <p:nvSpPr>
          <p:cNvPr id="12353" name="Google Shape;12353;p4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p>
            <a:r>
              <a:rPr lang="en-US" sz="2800" b="1" kern="100" dirty="0">
                <a:effectLst/>
                <a:latin typeface="Times New Roman" panose="02020603050405020304" pitchFamily="18" charset="0"/>
                <a:ea typeface="Aptos" panose="020B0004020202020204" pitchFamily="34" charset="0"/>
                <a:cs typeface="Arial" panose="020B0604020202020204" pitchFamily="34" charset="0"/>
              </a:rPr>
              <a:t>System Description </a:t>
            </a:r>
            <a:br>
              <a:rPr lang="en-US" sz="1800" kern="100" dirty="0">
                <a:effectLst/>
                <a:latin typeface="Aptos" panose="020B0004020202020204" pitchFamily="34" charset="0"/>
                <a:ea typeface="Aptos" panose="020B0004020202020204" pitchFamily="34" charset="0"/>
                <a:cs typeface="Arial" panose="020B0604020202020204" pitchFamily="34" charset="0"/>
              </a:rPr>
            </a:br>
            <a:endParaRPr b="1" dirty="0"/>
          </a:p>
        </p:txBody>
      </p:sp>
      <p:sp>
        <p:nvSpPr>
          <p:cNvPr id="5" name="Text Placeholder 4">
            <a:extLst>
              <a:ext uri="{FF2B5EF4-FFF2-40B4-BE49-F238E27FC236}">
                <a16:creationId xmlns:a16="http://schemas.microsoft.com/office/drawing/2014/main" id="{E73BF951-0238-B0DA-9FCB-F9C21C208B1E}"/>
              </a:ext>
            </a:extLst>
          </p:cNvPr>
          <p:cNvSpPr>
            <a:spLocks noGrp="1"/>
          </p:cNvSpPr>
          <p:nvPr>
            <p:ph type="body" idx="1"/>
          </p:nvPr>
        </p:nvSpPr>
        <p:spPr>
          <a:xfrm>
            <a:off x="720000" y="1033153"/>
            <a:ext cx="7865860" cy="3570347"/>
          </a:xfrm>
        </p:spPr>
        <p:txBody>
          <a:bodyPr/>
          <a:lstStyle/>
          <a:p>
            <a:pPr marL="139700" indent="0">
              <a:buNone/>
            </a:pPr>
            <a:r>
              <a:rPr lang="en-US" sz="1800" dirty="0">
                <a:sym typeface="Wingdings" panose="05000000000000000000" pitchFamily="2" charset="2"/>
              </a:rPr>
              <a:t>The system consists of a heated pipe section where water flows and is heated by an electric heater. The pipe is exposed to ambient conditions, causing heat losses. Key design parameters include pipe diameter and length, fluid properties, flow rate, and heater power. Insulation can be applied to reduce heat losses.</a:t>
            </a:r>
          </a:p>
          <a:p>
            <a:pPr marL="139700" indent="0">
              <a:buNone/>
            </a:pPr>
            <a:endParaRPr lang="en-US" sz="1600" dirty="0">
              <a:sym typeface="Wingdings" panose="05000000000000000000" pitchFamily="2" charset="2"/>
            </a:endParaRPr>
          </a:p>
          <a:p>
            <a:pPr marL="139700" indent="0">
              <a:buNone/>
            </a:pPr>
            <a:endParaRPr lang="en-US" sz="1600" dirty="0">
              <a:sym typeface="Wingdings" panose="05000000000000000000" pitchFamily="2" charset="2"/>
            </a:endParaRPr>
          </a:p>
          <a:p>
            <a:pPr marL="139700" indent="0">
              <a:buNone/>
            </a:pPr>
            <a:r>
              <a:rPr lang="en-US" sz="1600" dirty="0">
                <a:sym typeface="Wingdings" panose="05000000000000000000" pitchFamily="2" charset="2"/>
              </a:rPr>
              <a:t> </a:t>
            </a:r>
            <a:r>
              <a:rPr lang="en-US" sz="1600" dirty="0"/>
              <a:t>As the fluid flows through the pipe, it absorbs heat and its temperature rises. The simulation captures this change dynamically</a:t>
            </a:r>
            <a:r>
              <a:rPr lang="en-US" sz="2000" dirty="0"/>
              <a:t>, </a:t>
            </a:r>
            <a:r>
              <a:rPr lang="en-US" sz="1600" dirty="0"/>
              <a:t>allowing us to understand how various parameters affect the thermal behavior of the system.</a:t>
            </a:r>
          </a:p>
          <a:p>
            <a:pPr marL="139700" indent="0">
              <a:buNone/>
            </a:pP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368300" indent="-228600">
              <a:buFont typeface="Barlow"/>
              <a:buAutoNum type="arabicPeriod"/>
            </a:pPr>
            <a:endParaRPr lang="en-US" sz="1200" b="1" dirty="0">
              <a:effectLst>
                <a:outerShdw blurRad="38100" dist="38100" dir="2700000" algn="tl">
                  <a:srgbClr val="000000">
                    <a:alpha val="43137"/>
                  </a:srgbClr>
                </a:outerShdw>
              </a:effectLst>
              <a:latin typeface="+mj-lt"/>
            </a:endParaRPr>
          </a:p>
          <a:p>
            <a:pPr marL="139700" indent="0">
              <a:buNone/>
            </a:pPr>
            <a:endParaRPr lang="en-US" dirty="0">
              <a:latin typeface="+mj-lt"/>
            </a:endParaRPr>
          </a:p>
          <a:p>
            <a:pPr marL="139700" indent="0">
              <a:buNone/>
            </a:pPr>
            <a:endParaRPr lang="en-US" sz="1800" kern="100" baseline="-25000" dirty="0">
              <a:effectLst/>
              <a:latin typeface="Times New Roman" panose="02020603050405020304" pitchFamily="18" charset="0"/>
              <a:ea typeface="Aptos" panose="020B0004020202020204" pitchFamily="34" charset="0"/>
              <a:cs typeface="Arial" panose="020B0604020202020204" pitchFamily="34" charset="0"/>
            </a:endParaRPr>
          </a:p>
          <a:p>
            <a:pPr marL="139700" indent="0">
              <a:buNone/>
            </a:pP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139700" indent="0">
              <a:buNone/>
            </a:pPr>
            <a:r>
              <a:rPr lang="en-US" dirty="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58"/>
        <p:cNvGrpSpPr/>
        <p:nvPr/>
      </p:nvGrpSpPr>
      <p:grpSpPr>
        <a:xfrm>
          <a:off x="0" y="0"/>
          <a:ext cx="0" cy="0"/>
          <a:chOff x="0" y="0"/>
          <a:chExt cx="0" cy="0"/>
        </a:xfrm>
      </p:grpSpPr>
      <p:sp>
        <p:nvSpPr>
          <p:cNvPr id="12361" name="Google Shape;12361;p46"/>
          <p:cNvSpPr txBox="1">
            <a:spLocks noGrp="1"/>
          </p:cNvSpPr>
          <p:nvPr>
            <p:ph type="title"/>
          </p:nvPr>
        </p:nvSpPr>
        <p:spPr>
          <a:xfrm>
            <a:off x="719999" y="95003"/>
            <a:ext cx="7770857" cy="4358243"/>
          </a:xfrm>
          <a:prstGeom prst="rect">
            <a:avLst/>
          </a:prstGeom>
        </p:spPr>
        <p:txBody>
          <a:bodyPr spcFirstLastPara="1" wrap="square" lIns="91425" tIns="91425" rIns="91425" bIns="91425" anchor="t" anchorCtr="0">
            <a:noAutofit/>
          </a:bodyPr>
          <a:lstStyle/>
          <a:p>
            <a:pPr marL="76200" marR="0" algn="l">
              <a:lnSpc>
                <a:spcPct val="115000"/>
              </a:lnSpc>
              <a:spcAft>
                <a:spcPts val="800"/>
              </a:spcAft>
              <a:buNone/>
            </a:pPr>
            <a:r>
              <a:rPr lang="en-US" sz="1200" b="1" dirty="0"/>
              <a:t>The energy balance on the fluid in the pipe is modeled by considering heat input from the heater, convective heat losses to the environment, and heat carried away by the flowing fluid. The model assumes:</a:t>
            </a:r>
            <a:r>
              <a:rPr lang="ar-JO" sz="1200" b="1" dirty="0"/>
              <a:t> </a:t>
            </a:r>
            <a:br>
              <a:rPr lang="ar-JO" sz="1200" b="1" dirty="0"/>
            </a:br>
            <a:r>
              <a:rPr lang="en-US" sz="1200" b="1" dirty="0"/>
              <a:t>Fluid properties depend on the fluid type (e.g., water, oil, alcohol, mercury).</a:t>
            </a:r>
            <a:br>
              <a:rPr lang="ar-JO" sz="1200" b="1" dirty="0"/>
            </a:br>
            <a:r>
              <a:rPr lang="en-US" sz="1200" b="1" dirty="0"/>
              <a:t>Heat loss to the environment is modeled by the equation:</a:t>
            </a:r>
            <a:br>
              <a:rPr lang="ar-JO" sz="1200" b="1" dirty="0"/>
            </a:br>
            <a:r>
              <a:rPr lang="en-US" sz="1100" b="1" i="1" dirty="0"/>
              <a:t>                            </a:t>
            </a:r>
            <a:r>
              <a:rPr lang="en-US" sz="1800" b="1" i="1" kern="100" dirty="0">
                <a:latin typeface="Times New Roman" panose="02020603050405020304" pitchFamily="18" charset="0"/>
                <a:cs typeface="Arial" panose="020B0604020202020204" pitchFamily="34" charset="0"/>
              </a:rPr>
              <a:t>                    </a:t>
            </a:r>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q</a:t>
            </a:r>
            <a:r>
              <a:rPr lang="en-US" sz="1800" b="1" i="1" kern="100" baseline="-25000" dirty="0">
                <a:effectLst/>
                <a:latin typeface="Times New Roman" panose="02020603050405020304" pitchFamily="18" charset="0"/>
                <a:ea typeface="Aptos" panose="020B0004020202020204" pitchFamily="34" charset="0"/>
                <a:cs typeface="Arial" panose="020B0604020202020204" pitchFamily="34" charset="0"/>
              </a:rPr>
              <a:t> loss </a:t>
            </a:r>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 h</a:t>
            </a:r>
            <a:r>
              <a:rPr lang="en-US" sz="1800" b="1" i="1" kern="100" baseline="-25000" dirty="0">
                <a:effectLst/>
                <a:latin typeface="Times New Roman" panose="02020603050405020304" pitchFamily="18" charset="0"/>
                <a:ea typeface="Aptos" panose="020B0004020202020204" pitchFamily="34" charset="0"/>
                <a:cs typeface="Arial" panose="020B0604020202020204" pitchFamily="34" charset="0"/>
              </a:rPr>
              <a:t> loss .  </a:t>
            </a:r>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A .(T – T </a:t>
            </a:r>
            <a:r>
              <a:rPr lang="en-US" sz="1800" b="1" i="1" kern="100" baseline="-25000" dirty="0">
                <a:effectLst/>
                <a:latin typeface="Times New Roman" panose="02020603050405020304" pitchFamily="18" charset="0"/>
                <a:ea typeface="Aptos" panose="020B0004020202020204" pitchFamily="34" charset="0"/>
                <a:cs typeface="Arial" panose="020B0604020202020204" pitchFamily="34" charset="0"/>
              </a:rPr>
              <a:t>env </a:t>
            </a:r>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a:t>
            </a:r>
            <a:br>
              <a:rPr lang="en-US" sz="1800" b="1" i="1" kern="100" dirty="0">
                <a:effectLst/>
                <a:latin typeface="Times New Roman" panose="02020603050405020304" pitchFamily="18" charset="0"/>
                <a:ea typeface="Aptos" panose="020B0004020202020204" pitchFamily="34" charset="0"/>
                <a:cs typeface="Arial" panose="020B0604020202020204" pitchFamily="34" charset="0"/>
              </a:rPr>
            </a:br>
            <a:r>
              <a:rPr lang="en-US" sz="1800" b="1" i="1" dirty="0">
                <a:effectLst/>
                <a:latin typeface="Times New Roman" panose="02020603050405020304" pitchFamily="18" charset="0"/>
                <a:ea typeface="Aptos" panose="020B0004020202020204" pitchFamily="34" charset="0"/>
              </a:rPr>
              <a:t>q</a:t>
            </a:r>
            <a:r>
              <a:rPr lang="en-US" sz="1800" b="1" i="1" baseline="-25000" dirty="0">
                <a:effectLst/>
                <a:latin typeface="Times New Roman" panose="02020603050405020304" pitchFamily="18" charset="0"/>
                <a:ea typeface="Aptos" panose="020B0004020202020204" pitchFamily="34" charset="0"/>
              </a:rPr>
              <a:t> loss  : </a:t>
            </a:r>
            <a:r>
              <a:rPr lang="en-US" sz="1100" dirty="0"/>
              <a:t>is the rate of heat loss to the environment (W)</a:t>
            </a:r>
            <a:br>
              <a:rPr lang="en-US" sz="1800" b="1" i="1" baseline="-25000" dirty="0">
                <a:effectLst/>
                <a:latin typeface="Times New Roman" panose="02020603050405020304" pitchFamily="18" charset="0"/>
                <a:ea typeface="Aptos" panose="020B0004020202020204" pitchFamily="34" charset="0"/>
              </a:rPr>
            </a:br>
            <a:r>
              <a:rPr lang="en-US" sz="1800" b="1" i="1" dirty="0">
                <a:effectLst/>
                <a:latin typeface="Times New Roman" panose="02020603050405020304" pitchFamily="18" charset="0"/>
                <a:ea typeface="Aptos" panose="020B0004020202020204" pitchFamily="34" charset="0"/>
              </a:rPr>
              <a:t>h</a:t>
            </a:r>
            <a:r>
              <a:rPr lang="en-US" sz="1800" b="1" i="1" baseline="-25000" dirty="0">
                <a:effectLst/>
                <a:latin typeface="Times New Roman" panose="02020603050405020304" pitchFamily="18" charset="0"/>
                <a:ea typeface="Aptos" panose="020B0004020202020204" pitchFamily="34" charset="0"/>
              </a:rPr>
              <a:t> loss : </a:t>
            </a:r>
            <a:r>
              <a:rPr lang="en-US" sz="1100" dirty="0"/>
              <a:t>is the heat loss coefficient (W/m²·K)</a:t>
            </a:r>
            <a:br>
              <a:rPr lang="en-US" sz="1800" b="1" i="1" baseline="-25000" dirty="0">
                <a:effectLst/>
                <a:latin typeface="Times New Roman" panose="02020603050405020304" pitchFamily="18" charset="0"/>
                <a:ea typeface="Aptos" panose="020B0004020202020204" pitchFamily="34" charset="0"/>
              </a:rPr>
            </a:br>
            <a:r>
              <a:rPr lang="en-US" sz="2400" b="1" i="1" baseline="-25000" dirty="0">
                <a:effectLst/>
                <a:latin typeface="Times New Roman" panose="02020603050405020304" pitchFamily="18" charset="0"/>
                <a:ea typeface="Aptos" panose="020B0004020202020204" pitchFamily="34" charset="0"/>
              </a:rPr>
              <a:t>A : </a:t>
            </a:r>
            <a:r>
              <a:rPr lang="en-US" sz="1100" dirty="0"/>
              <a:t>is the surface area of the pipe (m² )</a:t>
            </a:r>
            <a:br>
              <a:rPr lang="en-US" sz="1800" b="1" i="1" baseline="-25000" dirty="0">
                <a:effectLst/>
                <a:latin typeface="Times New Roman" panose="02020603050405020304" pitchFamily="18" charset="0"/>
                <a:ea typeface="Aptos" panose="020B0004020202020204" pitchFamily="34" charset="0"/>
              </a:rPr>
            </a:br>
            <a:r>
              <a:rPr lang="en-US" sz="2800" b="1" i="1" baseline="-25000" dirty="0">
                <a:effectLst/>
                <a:latin typeface="Times New Roman" panose="02020603050405020304" pitchFamily="18" charset="0"/>
                <a:ea typeface="Aptos" panose="020B0004020202020204" pitchFamily="34" charset="0"/>
              </a:rPr>
              <a:t>T</a:t>
            </a:r>
            <a:r>
              <a:rPr lang="en-US" sz="3200" b="1" i="1" baseline="-25000" dirty="0">
                <a:effectLst/>
                <a:latin typeface="Times New Roman" panose="02020603050405020304" pitchFamily="18" charset="0"/>
                <a:ea typeface="Aptos" panose="020B0004020202020204" pitchFamily="34" charset="0"/>
              </a:rPr>
              <a:t> : </a:t>
            </a:r>
            <a:r>
              <a:rPr lang="en-US" sz="1200" dirty="0"/>
              <a:t>is the fluid temperature inside the pipe (°C)</a:t>
            </a:r>
            <a:br>
              <a:rPr lang="en-US" sz="1800" b="1" i="1" baseline="-25000" dirty="0">
                <a:effectLst/>
                <a:latin typeface="Times New Roman" panose="02020603050405020304" pitchFamily="18" charset="0"/>
                <a:ea typeface="Aptos" panose="020B0004020202020204" pitchFamily="34" charset="0"/>
              </a:rPr>
            </a:br>
            <a:r>
              <a:rPr lang="en-US" sz="1800" b="1" i="1" dirty="0">
                <a:effectLst/>
                <a:latin typeface="Times New Roman" panose="02020603050405020304" pitchFamily="18" charset="0"/>
                <a:ea typeface="Aptos" panose="020B0004020202020204" pitchFamily="34" charset="0"/>
              </a:rPr>
              <a:t>T </a:t>
            </a:r>
            <a:r>
              <a:rPr lang="en-US" sz="1800" b="1" i="1" baseline="-25000" dirty="0">
                <a:effectLst/>
                <a:latin typeface="Times New Roman" panose="02020603050405020304" pitchFamily="18" charset="0"/>
                <a:ea typeface="Aptos" panose="020B0004020202020204" pitchFamily="34" charset="0"/>
              </a:rPr>
              <a:t>env : </a:t>
            </a:r>
            <a:r>
              <a:rPr lang="en-US" sz="1200" dirty="0"/>
              <a:t>is the ambient temperature (°C)</a:t>
            </a:r>
            <a:br>
              <a:rPr lang="en-US" sz="2400" b="1" i="1" baseline="-25000" dirty="0">
                <a:effectLst/>
                <a:latin typeface="Times New Roman" panose="02020603050405020304" pitchFamily="18" charset="0"/>
                <a:ea typeface="Aptos" panose="020B0004020202020204" pitchFamily="34" charset="0"/>
              </a:rPr>
            </a:br>
            <a:br>
              <a:rPr lang="en-US" sz="1800" b="1" i="1" kern="100" dirty="0">
                <a:effectLst/>
                <a:latin typeface="Times New Roman" panose="02020603050405020304" pitchFamily="18" charset="0"/>
                <a:ea typeface="Aptos" panose="020B0004020202020204" pitchFamily="34" charset="0"/>
                <a:cs typeface="Arial" panose="020B0604020202020204" pitchFamily="34" charset="0"/>
              </a:rPr>
            </a:br>
            <a:br>
              <a:rPr lang="en-US" sz="1800" b="1" i="1" kern="100" dirty="0">
                <a:effectLst/>
                <a:latin typeface="Times New Roman" panose="02020603050405020304" pitchFamily="18" charset="0"/>
                <a:ea typeface="Aptos" panose="020B0004020202020204" pitchFamily="34" charset="0"/>
                <a:cs typeface="Arial" panose="020B0604020202020204" pitchFamily="34" charset="0"/>
              </a:rPr>
            </a:br>
            <a:br>
              <a:rPr lang="en-US" sz="1800" b="1" i="1" kern="100" dirty="0">
                <a:effectLst/>
                <a:latin typeface="Times New Roman" panose="02020603050405020304" pitchFamily="18" charset="0"/>
                <a:ea typeface="Aptos" panose="020B0004020202020204" pitchFamily="34" charset="0"/>
                <a:cs typeface="Arial" panose="020B0604020202020204" pitchFamily="34" charset="0"/>
              </a:rPr>
            </a:br>
            <a:br>
              <a:rPr lang="en-US" sz="1800" b="1" i="1" kern="100" dirty="0">
                <a:effectLst/>
                <a:latin typeface="Times New Roman" panose="02020603050405020304" pitchFamily="18" charset="0"/>
                <a:ea typeface="Aptos" panose="020B0004020202020204" pitchFamily="34" charset="0"/>
                <a:cs typeface="Arial" panose="020B0604020202020204" pitchFamily="34" charset="0"/>
              </a:rPr>
            </a:br>
            <a:br>
              <a:rPr lang="en-US" sz="1800" kern="100" dirty="0">
                <a:effectLst/>
                <a:latin typeface="Aptos" panose="020B0004020202020204" pitchFamily="34" charset="0"/>
                <a:ea typeface="Aptos" panose="020B0004020202020204" pitchFamily="34" charset="0"/>
                <a:cs typeface="Arial" panose="020B0604020202020204" pitchFamily="34" charset="0"/>
              </a:rPr>
            </a:br>
            <a:r>
              <a:rPr lang="en-US" sz="1000" b="1" dirty="0"/>
              <a:t> </a:t>
            </a:r>
            <a:endParaRPr sz="12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75"/>
        <p:cNvGrpSpPr/>
        <p:nvPr/>
      </p:nvGrpSpPr>
      <p:grpSpPr>
        <a:xfrm>
          <a:off x="0" y="0"/>
          <a:ext cx="0" cy="0"/>
          <a:chOff x="0" y="0"/>
          <a:chExt cx="0" cy="0"/>
        </a:xfrm>
      </p:grpSpPr>
      <p:grpSp>
        <p:nvGrpSpPr>
          <p:cNvPr id="12398" name="Google Shape;12398;p47"/>
          <p:cNvGrpSpPr/>
          <p:nvPr/>
        </p:nvGrpSpPr>
        <p:grpSpPr>
          <a:xfrm>
            <a:off x="-64427" y="3932992"/>
            <a:ext cx="674374" cy="674287"/>
            <a:chOff x="-327325" y="-12"/>
            <a:chExt cx="693729" cy="693640"/>
          </a:xfrm>
        </p:grpSpPr>
        <p:sp>
          <p:nvSpPr>
            <p:cNvPr id="12399" name="Google Shape;12399;p4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0" name="Google Shape;12400;p4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1" name="Google Shape;12401;p4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2" name="Google Shape;12402;p4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3" name="Google Shape;12403;p4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4" name="Google Shape;12404;p4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5" name="Google Shape;12405;p4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6" name="Google Shape;12406;p4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7" name="Google Shape;12407;p4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08" name="Google Shape;12408;p4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09" name="Google Shape;12409;p47"/>
          <p:cNvGrpSpPr/>
          <p:nvPr/>
        </p:nvGrpSpPr>
        <p:grpSpPr>
          <a:xfrm>
            <a:off x="890962" y="3932962"/>
            <a:ext cx="674374" cy="674346"/>
            <a:chOff x="655485" y="11886"/>
            <a:chExt cx="693729" cy="693701"/>
          </a:xfrm>
        </p:grpSpPr>
        <p:sp>
          <p:nvSpPr>
            <p:cNvPr id="12410" name="Google Shape;12410;p47"/>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1" name="Google Shape;12411;p47"/>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2" name="Google Shape;12412;p47"/>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3" name="Google Shape;12413;p47"/>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4" name="Google Shape;12414;p47"/>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5" name="Google Shape;12415;p47"/>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6" name="Google Shape;12416;p47"/>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7" name="Google Shape;12417;p47"/>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8" name="Google Shape;12418;p47"/>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19" name="Google Shape;12419;p47"/>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20" name="Google Shape;12420;p47"/>
          <p:cNvGrpSpPr/>
          <p:nvPr/>
        </p:nvGrpSpPr>
        <p:grpSpPr>
          <a:xfrm>
            <a:off x="1846345" y="3932992"/>
            <a:ext cx="674374" cy="674287"/>
            <a:chOff x="2491476" y="193182"/>
            <a:chExt cx="693729" cy="693640"/>
          </a:xfrm>
        </p:grpSpPr>
        <p:grpSp>
          <p:nvGrpSpPr>
            <p:cNvPr id="12421" name="Google Shape;12421;p47"/>
            <p:cNvGrpSpPr/>
            <p:nvPr/>
          </p:nvGrpSpPr>
          <p:grpSpPr>
            <a:xfrm>
              <a:off x="2491476" y="193182"/>
              <a:ext cx="693729" cy="693640"/>
              <a:chOff x="2491476" y="193182"/>
              <a:chExt cx="693729" cy="693640"/>
            </a:xfrm>
          </p:grpSpPr>
          <p:sp>
            <p:nvSpPr>
              <p:cNvPr id="12422" name="Google Shape;12422;p4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3" name="Google Shape;12423;p4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4" name="Google Shape;12424;p4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5" name="Google Shape;12425;p4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6" name="Google Shape;12426;p4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7" name="Google Shape;12427;p4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8" name="Google Shape;12428;p4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29" name="Google Shape;12429;p4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0" name="Google Shape;12430;p4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431" name="Google Shape;12431;p4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32" name="Google Shape;12432;p47"/>
          <p:cNvGrpSpPr/>
          <p:nvPr/>
        </p:nvGrpSpPr>
        <p:grpSpPr>
          <a:xfrm>
            <a:off x="2801737" y="3933004"/>
            <a:ext cx="674374" cy="674287"/>
            <a:chOff x="-327325" y="-12"/>
            <a:chExt cx="693729" cy="693640"/>
          </a:xfrm>
        </p:grpSpPr>
        <p:sp>
          <p:nvSpPr>
            <p:cNvPr id="12433" name="Google Shape;12433;p4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4" name="Google Shape;12434;p4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5" name="Google Shape;12435;p4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6" name="Google Shape;12436;p4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7" name="Google Shape;12437;p4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8" name="Google Shape;12438;p4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39" name="Google Shape;12439;p4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0" name="Google Shape;12440;p4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1" name="Google Shape;12441;p4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2" name="Google Shape;12442;p4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43" name="Google Shape;12443;p47"/>
          <p:cNvGrpSpPr/>
          <p:nvPr/>
        </p:nvGrpSpPr>
        <p:grpSpPr>
          <a:xfrm>
            <a:off x="3757126" y="3932974"/>
            <a:ext cx="674374" cy="674346"/>
            <a:chOff x="655485" y="11886"/>
            <a:chExt cx="693729" cy="693701"/>
          </a:xfrm>
        </p:grpSpPr>
        <p:sp>
          <p:nvSpPr>
            <p:cNvPr id="12444" name="Google Shape;12444;p47"/>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5" name="Google Shape;12445;p47"/>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6" name="Google Shape;12446;p47"/>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7" name="Google Shape;12447;p47"/>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8" name="Google Shape;12448;p47"/>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49" name="Google Shape;12449;p47"/>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0" name="Google Shape;12450;p47"/>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1" name="Google Shape;12451;p47"/>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2" name="Google Shape;12452;p47"/>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3" name="Google Shape;12453;p47"/>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54" name="Google Shape;12454;p47"/>
          <p:cNvGrpSpPr/>
          <p:nvPr/>
        </p:nvGrpSpPr>
        <p:grpSpPr>
          <a:xfrm>
            <a:off x="4712509" y="3933004"/>
            <a:ext cx="674374" cy="674287"/>
            <a:chOff x="2491476" y="193182"/>
            <a:chExt cx="693729" cy="693640"/>
          </a:xfrm>
        </p:grpSpPr>
        <p:grpSp>
          <p:nvGrpSpPr>
            <p:cNvPr id="12455" name="Google Shape;12455;p47"/>
            <p:cNvGrpSpPr/>
            <p:nvPr/>
          </p:nvGrpSpPr>
          <p:grpSpPr>
            <a:xfrm>
              <a:off x="2491476" y="193182"/>
              <a:ext cx="693729" cy="693640"/>
              <a:chOff x="2491476" y="193182"/>
              <a:chExt cx="693729" cy="693640"/>
            </a:xfrm>
          </p:grpSpPr>
          <p:sp>
            <p:nvSpPr>
              <p:cNvPr id="12456" name="Google Shape;12456;p4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7" name="Google Shape;12457;p4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8" name="Google Shape;12458;p4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59" name="Google Shape;12459;p4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0" name="Google Shape;12460;p4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1" name="Google Shape;12461;p4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2" name="Google Shape;12462;p4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3" name="Google Shape;12463;p4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4" name="Google Shape;12464;p4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465" name="Google Shape;12465;p4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66" name="Google Shape;12466;p47"/>
          <p:cNvGrpSpPr/>
          <p:nvPr/>
        </p:nvGrpSpPr>
        <p:grpSpPr>
          <a:xfrm>
            <a:off x="5667901" y="3932980"/>
            <a:ext cx="674374" cy="674287"/>
            <a:chOff x="-327325" y="-12"/>
            <a:chExt cx="693729" cy="693640"/>
          </a:xfrm>
        </p:grpSpPr>
        <p:sp>
          <p:nvSpPr>
            <p:cNvPr id="12467" name="Google Shape;12467;p47"/>
            <p:cNvSpPr/>
            <p:nvPr/>
          </p:nvSpPr>
          <p:spPr>
            <a:xfrm>
              <a:off x="-327325" y="-1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8" name="Google Shape;12468;p47"/>
            <p:cNvSpPr/>
            <p:nvPr/>
          </p:nvSpPr>
          <p:spPr>
            <a:xfrm>
              <a:off x="-292729" y="34611"/>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69" name="Google Shape;12469;p47"/>
            <p:cNvSpPr/>
            <p:nvPr/>
          </p:nvSpPr>
          <p:spPr>
            <a:xfrm>
              <a:off x="-258134" y="69235"/>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0" name="Google Shape;12470;p47"/>
            <p:cNvSpPr/>
            <p:nvPr/>
          </p:nvSpPr>
          <p:spPr>
            <a:xfrm>
              <a:off x="-223567" y="103888"/>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1" name="Google Shape;12471;p47"/>
            <p:cNvSpPr/>
            <p:nvPr/>
          </p:nvSpPr>
          <p:spPr>
            <a:xfrm>
              <a:off x="-188971" y="138512"/>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2" name="Google Shape;12472;p47"/>
            <p:cNvSpPr/>
            <p:nvPr/>
          </p:nvSpPr>
          <p:spPr>
            <a:xfrm>
              <a:off x="-154376" y="173136"/>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3" name="Google Shape;12473;p47"/>
            <p:cNvSpPr/>
            <p:nvPr/>
          </p:nvSpPr>
          <p:spPr>
            <a:xfrm>
              <a:off x="-119809" y="207817"/>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4" name="Google Shape;12474;p47"/>
            <p:cNvSpPr/>
            <p:nvPr/>
          </p:nvSpPr>
          <p:spPr>
            <a:xfrm>
              <a:off x="-85213" y="242441"/>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5" name="Google Shape;12475;p47"/>
            <p:cNvSpPr/>
            <p:nvPr/>
          </p:nvSpPr>
          <p:spPr>
            <a:xfrm>
              <a:off x="-50618" y="277093"/>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6" name="Google Shape;12476;p47"/>
            <p:cNvSpPr/>
            <p:nvPr/>
          </p:nvSpPr>
          <p:spPr>
            <a:xfrm>
              <a:off x="-16051" y="311688"/>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77" name="Google Shape;12477;p47"/>
          <p:cNvGrpSpPr/>
          <p:nvPr/>
        </p:nvGrpSpPr>
        <p:grpSpPr>
          <a:xfrm>
            <a:off x="6623290" y="3932950"/>
            <a:ext cx="674374" cy="674346"/>
            <a:chOff x="655485" y="11886"/>
            <a:chExt cx="693729" cy="693701"/>
          </a:xfrm>
        </p:grpSpPr>
        <p:sp>
          <p:nvSpPr>
            <p:cNvPr id="12478" name="Google Shape;12478;p47"/>
            <p:cNvSpPr/>
            <p:nvPr/>
          </p:nvSpPr>
          <p:spPr>
            <a:xfrm>
              <a:off x="655485" y="11886"/>
              <a:ext cx="693729" cy="693701"/>
            </a:xfrm>
            <a:custGeom>
              <a:avLst/>
              <a:gdLst/>
              <a:ahLst/>
              <a:cxnLst/>
              <a:rect l="l" t="t" r="r" b="b"/>
              <a:pathLst>
                <a:path w="24303" h="24302" fill="none" extrusionOk="0">
                  <a:moveTo>
                    <a:pt x="7119" y="24301"/>
                  </a:moveTo>
                  <a:lnTo>
                    <a:pt x="1" y="17184"/>
                  </a:lnTo>
                  <a:lnTo>
                    <a:pt x="1" y="7118"/>
                  </a:lnTo>
                  <a:lnTo>
                    <a:pt x="7119"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79" name="Google Shape;12479;p47"/>
            <p:cNvSpPr/>
            <p:nvPr/>
          </p:nvSpPr>
          <p:spPr>
            <a:xfrm>
              <a:off x="690052" y="46509"/>
              <a:ext cx="624593" cy="624450"/>
            </a:xfrm>
            <a:custGeom>
              <a:avLst/>
              <a:gdLst/>
              <a:ahLst/>
              <a:cxnLst/>
              <a:rect l="l" t="t" r="r" b="b"/>
              <a:pathLst>
                <a:path w="21881" h="21876" fill="none" extrusionOk="0">
                  <a:moveTo>
                    <a:pt x="6409" y="21875"/>
                  </a:moveTo>
                  <a:lnTo>
                    <a:pt x="1" y="15469"/>
                  </a:lnTo>
                  <a:lnTo>
                    <a:pt x="1" y="6407"/>
                  </a:lnTo>
                  <a:lnTo>
                    <a:pt x="6409" y="1"/>
                  </a:lnTo>
                  <a:lnTo>
                    <a:pt x="15472" y="1"/>
                  </a:lnTo>
                  <a:lnTo>
                    <a:pt x="21880" y="6407"/>
                  </a:lnTo>
                  <a:lnTo>
                    <a:pt x="21880" y="15469"/>
                  </a:lnTo>
                  <a:lnTo>
                    <a:pt x="15472"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0" name="Google Shape;12480;p47"/>
            <p:cNvSpPr/>
            <p:nvPr/>
          </p:nvSpPr>
          <p:spPr>
            <a:xfrm>
              <a:off x="724676" y="81132"/>
              <a:ext cx="555343" cy="555200"/>
            </a:xfrm>
            <a:custGeom>
              <a:avLst/>
              <a:gdLst/>
              <a:ahLst/>
              <a:cxnLst/>
              <a:rect l="l" t="t" r="r" b="b"/>
              <a:pathLst>
                <a:path w="19455" h="19450" fill="none" extrusionOk="0">
                  <a:moveTo>
                    <a:pt x="5699" y="19449"/>
                  </a:moveTo>
                  <a:lnTo>
                    <a:pt x="1" y="13752"/>
                  </a:lnTo>
                  <a:lnTo>
                    <a:pt x="1" y="5698"/>
                  </a:lnTo>
                  <a:lnTo>
                    <a:pt x="5699" y="1"/>
                  </a:lnTo>
                  <a:lnTo>
                    <a:pt x="13757" y="1"/>
                  </a:lnTo>
                  <a:lnTo>
                    <a:pt x="19454" y="5698"/>
                  </a:lnTo>
                  <a:lnTo>
                    <a:pt x="19454"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1" name="Google Shape;12481;p47"/>
            <p:cNvSpPr/>
            <p:nvPr/>
          </p:nvSpPr>
          <p:spPr>
            <a:xfrm>
              <a:off x="759243" y="115784"/>
              <a:ext cx="486207" cy="485893"/>
            </a:xfrm>
            <a:custGeom>
              <a:avLst/>
              <a:gdLst/>
              <a:ahLst/>
              <a:cxnLst/>
              <a:rect l="l" t="t" r="r" b="b"/>
              <a:pathLst>
                <a:path w="17033" h="17022" fill="none" extrusionOk="0">
                  <a:moveTo>
                    <a:pt x="4990" y="17021"/>
                  </a:moveTo>
                  <a:lnTo>
                    <a:pt x="1" y="12035"/>
                  </a:lnTo>
                  <a:lnTo>
                    <a:pt x="1" y="4985"/>
                  </a:lnTo>
                  <a:lnTo>
                    <a:pt x="4990" y="1"/>
                  </a:lnTo>
                  <a:lnTo>
                    <a:pt x="12044" y="1"/>
                  </a:lnTo>
                  <a:lnTo>
                    <a:pt x="17032" y="4985"/>
                  </a:lnTo>
                  <a:lnTo>
                    <a:pt x="17032"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2" name="Google Shape;12482;p47"/>
            <p:cNvSpPr/>
            <p:nvPr/>
          </p:nvSpPr>
          <p:spPr>
            <a:xfrm>
              <a:off x="793810" y="150407"/>
              <a:ext cx="417071" cy="416643"/>
            </a:xfrm>
            <a:custGeom>
              <a:avLst/>
              <a:gdLst/>
              <a:ahLst/>
              <a:cxnLst/>
              <a:rect l="l" t="t" r="r" b="b"/>
              <a:pathLst>
                <a:path w="14611" h="14596" fill="none" extrusionOk="0">
                  <a:moveTo>
                    <a:pt x="4280" y="14595"/>
                  </a:moveTo>
                  <a:lnTo>
                    <a:pt x="1" y="10321"/>
                  </a:lnTo>
                  <a:lnTo>
                    <a:pt x="1" y="4275"/>
                  </a:lnTo>
                  <a:lnTo>
                    <a:pt x="4280" y="1"/>
                  </a:lnTo>
                  <a:lnTo>
                    <a:pt x="10331" y="1"/>
                  </a:lnTo>
                  <a:lnTo>
                    <a:pt x="14610" y="4275"/>
                  </a:lnTo>
                  <a:lnTo>
                    <a:pt x="14610" y="10321"/>
                  </a:lnTo>
                  <a:lnTo>
                    <a:pt x="10331"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3" name="Google Shape;12483;p47"/>
            <p:cNvSpPr/>
            <p:nvPr/>
          </p:nvSpPr>
          <p:spPr>
            <a:xfrm>
              <a:off x="828434" y="185031"/>
              <a:ext cx="347821" cy="347364"/>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4" name="Google Shape;12484;p47"/>
            <p:cNvSpPr/>
            <p:nvPr/>
          </p:nvSpPr>
          <p:spPr>
            <a:xfrm>
              <a:off x="863001" y="219711"/>
              <a:ext cx="278685" cy="278028"/>
            </a:xfrm>
            <a:custGeom>
              <a:avLst/>
              <a:gdLst/>
              <a:ahLst/>
              <a:cxnLst/>
              <a:rect l="l" t="t" r="r" b="b"/>
              <a:pathLst>
                <a:path w="9763" h="9740" fill="none" extrusionOk="0">
                  <a:moveTo>
                    <a:pt x="2860" y="9740"/>
                  </a:moveTo>
                  <a:lnTo>
                    <a:pt x="1" y="6888"/>
                  </a:lnTo>
                  <a:lnTo>
                    <a:pt x="1"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5" name="Google Shape;12485;p47"/>
            <p:cNvSpPr/>
            <p:nvPr/>
          </p:nvSpPr>
          <p:spPr>
            <a:xfrm>
              <a:off x="897568" y="254334"/>
              <a:ext cx="209549" cy="208778"/>
            </a:xfrm>
            <a:custGeom>
              <a:avLst/>
              <a:gdLst/>
              <a:ahLst/>
              <a:cxnLst/>
              <a:rect l="l" t="t" r="r" b="b"/>
              <a:pathLst>
                <a:path w="7341" h="7314" fill="none" extrusionOk="0">
                  <a:moveTo>
                    <a:pt x="2151" y="7314"/>
                  </a:moveTo>
                  <a:lnTo>
                    <a:pt x="1" y="5171"/>
                  </a:lnTo>
                  <a:lnTo>
                    <a:pt x="1" y="2142"/>
                  </a:lnTo>
                  <a:lnTo>
                    <a:pt x="2151" y="0"/>
                  </a:lnTo>
                  <a:lnTo>
                    <a:pt x="5190" y="0"/>
                  </a:lnTo>
                  <a:lnTo>
                    <a:pt x="7340" y="2142"/>
                  </a:lnTo>
                  <a:lnTo>
                    <a:pt x="7340" y="5171"/>
                  </a:lnTo>
                  <a:lnTo>
                    <a:pt x="5190"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6" name="Google Shape;12486;p47"/>
            <p:cNvSpPr/>
            <p:nvPr/>
          </p:nvSpPr>
          <p:spPr>
            <a:xfrm>
              <a:off x="932192" y="288986"/>
              <a:ext cx="140299" cy="139499"/>
            </a:xfrm>
            <a:custGeom>
              <a:avLst/>
              <a:gdLst/>
              <a:ahLst/>
              <a:cxnLst/>
              <a:rect l="l" t="t" r="r" b="b"/>
              <a:pathLst>
                <a:path w="4915" h="4887" fill="none" extrusionOk="0">
                  <a:moveTo>
                    <a:pt x="1439" y="4887"/>
                  </a:moveTo>
                  <a:lnTo>
                    <a:pt x="1" y="3454"/>
                  </a:lnTo>
                  <a:lnTo>
                    <a:pt x="1" y="1432"/>
                  </a:lnTo>
                  <a:lnTo>
                    <a:pt x="1439" y="0"/>
                  </a:lnTo>
                  <a:lnTo>
                    <a:pt x="3476" y="0"/>
                  </a:lnTo>
                  <a:lnTo>
                    <a:pt x="4914" y="1432"/>
                  </a:lnTo>
                  <a:lnTo>
                    <a:pt x="4914" y="3454"/>
                  </a:lnTo>
                  <a:lnTo>
                    <a:pt x="3476"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87" name="Google Shape;12487;p47"/>
            <p:cNvSpPr/>
            <p:nvPr/>
          </p:nvSpPr>
          <p:spPr>
            <a:xfrm>
              <a:off x="966759" y="323581"/>
              <a:ext cx="71163" cy="70249"/>
            </a:xfrm>
            <a:custGeom>
              <a:avLst/>
              <a:gdLst/>
              <a:ahLst/>
              <a:cxnLst/>
              <a:rect l="l" t="t" r="r" b="b"/>
              <a:pathLst>
                <a:path w="2493" h="2461" fill="none" extrusionOk="0">
                  <a:moveTo>
                    <a:pt x="730" y="2461"/>
                  </a:moveTo>
                  <a:lnTo>
                    <a:pt x="1" y="1741"/>
                  </a:lnTo>
                  <a:lnTo>
                    <a:pt x="1"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488" name="Google Shape;12488;p47"/>
          <p:cNvGrpSpPr/>
          <p:nvPr/>
        </p:nvGrpSpPr>
        <p:grpSpPr>
          <a:xfrm>
            <a:off x="7578673" y="3932980"/>
            <a:ext cx="674374" cy="674287"/>
            <a:chOff x="2491476" y="193182"/>
            <a:chExt cx="693729" cy="693640"/>
          </a:xfrm>
        </p:grpSpPr>
        <p:grpSp>
          <p:nvGrpSpPr>
            <p:cNvPr id="12489" name="Google Shape;12489;p47"/>
            <p:cNvGrpSpPr/>
            <p:nvPr/>
          </p:nvGrpSpPr>
          <p:grpSpPr>
            <a:xfrm>
              <a:off x="2491476" y="193182"/>
              <a:ext cx="693729" cy="693640"/>
              <a:chOff x="2491476" y="193182"/>
              <a:chExt cx="693729" cy="693640"/>
            </a:xfrm>
          </p:grpSpPr>
          <p:sp>
            <p:nvSpPr>
              <p:cNvPr id="12490" name="Google Shape;12490;p4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1" name="Google Shape;12491;p4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2" name="Google Shape;12492;p4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3" name="Google Shape;12493;p4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4" name="Google Shape;12494;p4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5" name="Google Shape;12495;p4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6" name="Google Shape;12496;p4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7" name="Google Shape;12497;p4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498" name="Google Shape;12498;p4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499" name="Google Shape;12499;p4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grpSp>
        <p:nvGrpSpPr>
          <p:cNvPr id="12500" name="Google Shape;12500;p47"/>
          <p:cNvGrpSpPr/>
          <p:nvPr/>
        </p:nvGrpSpPr>
        <p:grpSpPr>
          <a:xfrm>
            <a:off x="8534053" y="3932980"/>
            <a:ext cx="674374" cy="674287"/>
            <a:chOff x="2491476" y="193182"/>
            <a:chExt cx="693729" cy="693640"/>
          </a:xfrm>
        </p:grpSpPr>
        <p:grpSp>
          <p:nvGrpSpPr>
            <p:cNvPr id="12501" name="Google Shape;12501;p47"/>
            <p:cNvGrpSpPr/>
            <p:nvPr/>
          </p:nvGrpSpPr>
          <p:grpSpPr>
            <a:xfrm>
              <a:off x="2491476" y="193182"/>
              <a:ext cx="693729" cy="693640"/>
              <a:chOff x="2491476" y="193182"/>
              <a:chExt cx="693729" cy="693640"/>
            </a:xfrm>
          </p:grpSpPr>
          <p:sp>
            <p:nvSpPr>
              <p:cNvPr id="12502" name="Google Shape;12502;p47"/>
              <p:cNvSpPr/>
              <p:nvPr/>
            </p:nvSpPr>
            <p:spPr>
              <a:xfrm>
                <a:off x="2491476" y="193182"/>
                <a:ext cx="693729" cy="693640"/>
              </a:xfrm>
              <a:custGeom>
                <a:avLst/>
                <a:gdLst/>
                <a:ahLst/>
                <a:cxnLst/>
                <a:rect l="l" t="t" r="r" b="b"/>
                <a:pathLst>
                  <a:path w="24303" h="24302" fill="none" extrusionOk="0">
                    <a:moveTo>
                      <a:pt x="7117" y="24301"/>
                    </a:moveTo>
                    <a:lnTo>
                      <a:pt x="0" y="17184"/>
                    </a:lnTo>
                    <a:lnTo>
                      <a:pt x="0" y="7118"/>
                    </a:lnTo>
                    <a:lnTo>
                      <a:pt x="7117" y="1"/>
                    </a:lnTo>
                    <a:lnTo>
                      <a:pt x="17184" y="1"/>
                    </a:lnTo>
                    <a:lnTo>
                      <a:pt x="24303" y="7118"/>
                    </a:lnTo>
                    <a:lnTo>
                      <a:pt x="24303" y="17184"/>
                    </a:lnTo>
                    <a:lnTo>
                      <a:pt x="17184" y="2430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3" name="Google Shape;12503;p47"/>
              <p:cNvSpPr/>
              <p:nvPr/>
            </p:nvSpPr>
            <p:spPr>
              <a:xfrm>
                <a:off x="2526072" y="227806"/>
                <a:ext cx="624508" cy="624396"/>
              </a:xfrm>
              <a:custGeom>
                <a:avLst/>
                <a:gdLst/>
                <a:ahLst/>
                <a:cxnLst/>
                <a:rect l="l" t="t" r="r" b="b"/>
                <a:pathLst>
                  <a:path w="21878" h="21876" fill="none" extrusionOk="0">
                    <a:moveTo>
                      <a:pt x="6407" y="21875"/>
                    </a:moveTo>
                    <a:lnTo>
                      <a:pt x="0" y="15469"/>
                    </a:lnTo>
                    <a:lnTo>
                      <a:pt x="0" y="6407"/>
                    </a:lnTo>
                    <a:lnTo>
                      <a:pt x="6407" y="1"/>
                    </a:lnTo>
                    <a:lnTo>
                      <a:pt x="15470" y="1"/>
                    </a:lnTo>
                    <a:lnTo>
                      <a:pt x="21878" y="6407"/>
                    </a:lnTo>
                    <a:lnTo>
                      <a:pt x="21878" y="15469"/>
                    </a:lnTo>
                    <a:lnTo>
                      <a:pt x="15470" y="2187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4" name="Google Shape;12504;p47"/>
              <p:cNvSpPr/>
              <p:nvPr/>
            </p:nvSpPr>
            <p:spPr>
              <a:xfrm>
                <a:off x="2560667" y="262430"/>
                <a:ext cx="555343" cy="555152"/>
              </a:xfrm>
              <a:custGeom>
                <a:avLst/>
                <a:gdLst/>
                <a:ahLst/>
                <a:cxnLst/>
                <a:rect l="l" t="t" r="r" b="b"/>
                <a:pathLst>
                  <a:path w="19455" h="19450" fill="none" extrusionOk="0">
                    <a:moveTo>
                      <a:pt x="5698" y="19449"/>
                    </a:moveTo>
                    <a:lnTo>
                      <a:pt x="0" y="13752"/>
                    </a:lnTo>
                    <a:lnTo>
                      <a:pt x="0" y="5698"/>
                    </a:lnTo>
                    <a:lnTo>
                      <a:pt x="5698" y="1"/>
                    </a:lnTo>
                    <a:lnTo>
                      <a:pt x="13757" y="1"/>
                    </a:lnTo>
                    <a:lnTo>
                      <a:pt x="19455" y="5698"/>
                    </a:lnTo>
                    <a:lnTo>
                      <a:pt x="19455" y="13752"/>
                    </a:lnTo>
                    <a:lnTo>
                      <a:pt x="13757" y="1944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5" name="Google Shape;12505;p47"/>
              <p:cNvSpPr/>
              <p:nvPr/>
            </p:nvSpPr>
            <p:spPr>
              <a:xfrm>
                <a:off x="2595234" y="297082"/>
                <a:ext cx="486150" cy="485850"/>
              </a:xfrm>
              <a:custGeom>
                <a:avLst/>
                <a:gdLst/>
                <a:ahLst/>
                <a:cxnLst/>
                <a:rect l="l" t="t" r="r" b="b"/>
                <a:pathLst>
                  <a:path w="17031" h="17022" fill="none" extrusionOk="0">
                    <a:moveTo>
                      <a:pt x="4988" y="17021"/>
                    </a:moveTo>
                    <a:lnTo>
                      <a:pt x="0" y="12035"/>
                    </a:lnTo>
                    <a:lnTo>
                      <a:pt x="0" y="4985"/>
                    </a:lnTo>
                    <a:lnTo>
                      <a:pt x="4988" y="1"/>
                    </a:lnTo>
                    <a:lnTo>
                      <a:pt x="12044" y="1"/>
                    </a:lnTo>
                    <a:lnTo>
                      <a:pt x="17031" y="4985"/>
                    </a:lnTo>
                    <a:lnTo>
                      <a:pt x="17031" y="12035"/>
                    </a:lnTo>
                    <a:lnTo>
                      <a:pt x="12044" y="1702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6" name="Google Shape;12506;p47"/>
              <p:cNvSpPr/>
              <p:nvPr/>
            </p:nvSpPr>
            <p:spPr>
              <a:xfrm>
                <a:off x="2629830" y="331706"/>
                <a:ext cx="416985" cy="416606"/>
              </a:xfrm>
              <a:custGeom>
                <a:avLst/>
                <a:gdLst/>
                <a:ahLst/>
                <a:cxnLst/>
                <a:rect l="l" t="t" r="r" b="b"/>
                <a:pathLst>
                  <a:path w="14608" h="14596" fill="none" extrusionOk="0">
                    <a:moveTo>
                      <a:pt x="4278" y="14595"/>
                    </a:moveTo>
                    <a:lnTo>
                      <a:pt x="0" y="10321"/>
                    </a:lnTo>
                    <a:lnTo>
                      <a:pt x="0" y="4275"/>
                    </a:lnTo>
                    <a:lnTo>
                      <a:pt x="4278" y="1"/>
                    </a:lnTo>
                    <a:lnTo>
                      <a:pt x="10329" y="1"/>
                    </a:lnTo>
                    <a:lnTo>
                      <a:pt x="14608" y="4275"/>
                    </a:lnTo>
                    <a:lnTo>
                      <a:pt x="14608" y="10321"/>
                    </a:lnTo>
                    <a:lnTo>
                      <a:pt x="10329" y="14595"/>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7" name="Google Shape;12507;p47"/>
              <p:cNvSpPr/>
              <p:nvPr/>
            </p:nvSpPr>
            <p:spPr>
              <a:xfrm>
                <a:off x="2664425" y="366330"/>
                <a:ext cx="347821" cy="347334"/>
              </a:xfrm>
              <a:custGeom>
                <a:avLst/>
                <a:gdLst/>
                <a:ahLst/>
                <a:cxnLst/>
                <a:rect l="l" t="t" r="r" b="b"/>
                <a:pathLst>
                  <a:path w="12185" h="12169" fill="none" extrusionOk="0">
                    <a:moveTo>
                      <a:pt x="3569" y="12169"/>
                    </a:moveTo>
                    <a:lnTo>
                      <a:pt x="0" y="8605"/>
                    </a:lnTo>
                    <a:lnTo>
                      <a:pt x="0" y="3565"/>
                    </a:lnTo>
                    <a:lnTo>
                      <a:pt x="3569" y="1"/>
                    </a:lnTo>
                    <a:lnTo>
                      <a:pt x="8616" y="1"/>
                    </a:lnTo>
                    <a:lnTo>
                      <a:pt x="12185" y="3565"/>
                    </a:lnTo>
                    <a:lnTo>
                      <a:pt x="12185" y="8605"/>
                    </a:lnTo>
                    <a:lnTo>
                      <a:pt x="8616" y="12169"/>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8" name="Google Shape;12508;p47"/>
              <p:cNvSpPr/>
              <p:nvPr/>
            </p:nvSpPr>
            <p:spPr>
              <a:xfrm>
                <a:off x="2698992" y="401011"/>
                <a:ext cx="278656" cy="278004"/>
              </a:xfrm>
              <a:custGeom>
                <a:avLst/>
                <a:gdLst/>
                <a:ahLst/>
                <a:cxnLst/>
                <a:rect l="l" t="t" r="r" b="b"/>
                <a:pathLst>
                  <a:path w="9762" h="9740" fill="none" extrusionOk="0">
                    <a:moveTo>
                      <a:pt x="2860" y="9740"/>
                    </a:moveTo>
                    <a:lnTo>
                      <a:pt x="0" y="6888"/>
                    </a:lnTo>
                    <a:lnTo>
                      <a:pt x="0" y="2852"/>
                    </a:lnTo>
                    <a:lnTo>
                      <a:pt x="2860" y="0"/>
                    </a:lnTo>
                    <a:lnTo>
                      <a:pt x="6903" y="0"/>
                    </a:lnTo>
                    <a:lnTo>
                      <a:pt x="9762" y="2852"/>
                    </a:lnTo>
                    <a:lnTo>
                      <a:pt x="9762" y="6888"/>
                    </a:lnTo>
                    <a:lnTo>
                      <a:pt x="6903" y="9740"/>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09" name="Google Shape;12509;p47"/>
              <p:cNvSpPr/>
              <p:nvPr/>
            </p:nvSpPr>
            <p:spPr>
              <a:xfrm>
                <a:off x="2733588" y="435635"/>
                <a:ext cx="209463" cy="208760"/>
              </a:xfrm>
              <a:custGeom>
                <a:avLst/>
                <a:gdLst/>
                <a:ahLst/>
                <a:cxnLst/>
                <a:rect l="l" t="t" r="r" b="b"/>
                <a:pathLst>
                  <a:path w="7338" h="7314" fill="none" extrusionOk="0">
                    <a:moveTo>
                      <a:pt x="2149" y="7314"/>
                    </a:moveTo>
                    <a:lnTo>
                      <a:pt x="0" y="5171"/>
                    </a:lnTo>
                    <a:lnTo>
                      <a:pt x="0" y="2142"/>
                    </a:lnTo>
                    <a:lnTo>
                      <a:pt x="2149" y="0"/>
                    </a:lnTo>
                    <a:lnTo>
                      <a:pt x="5189" y="0"/>
                    </a:lnTo>
                    <a:lnTo>
                      <a:pt x="7338" y="2142"/>
                    </a:lnTo>
                    <a:lnTo>
                      <a:pt x="7338" y="5171"/>
                    </a:lnTo>
                    <a:lnTo>
                      <a:pt x="5189" y="7314"/>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510" name="Google Shape;12510;p47"/>
              <p:cNvSpPr/>
              <p:nvPr/>
            </p:nvSpPr>
            <p:spPr>
              <a:xfrm>
                <a:off x="2768184" y="470287"/>
                <a:ext cx="140270" cy="139487"/>
              </a:xfrm>
              <a:custGeom>
                <a:avLst/>
                <a:gdLst/>
                <a:ahLst/>
                <a:cxnLst/>
                <a:rect l="l" t="t" r="r" b="b"/>
                <a:pathLst>
                  <a:path w="4914" h="4887" fill="none" extrusionOk="0">
                    <a:moveTo>
                      <a:pt x="1439" y="4887"/>
                    </a:moveTo>
                    <a:lnTo>
                      <a:pt x="0" y="3454"/>
                    </a:lnTo>
                    <a:lnTo>
                      <a:pt x="0" y="1432"/>
                    </a:lnTo>
                    <a:lnTo>
                      <a:pt x="1439" y="0"/>
                    </a:lnTo>
                    <a:lnTo>
                      <a:pt x="3475" y="0"/>
                    </a:lnTo>
                    <a:lnTo>
                      <a:pt x="4914" y="1432"/>
                    </a:lnTo>
                    <a:lnTo>
                      <a:pt x="4914" y="3454"/>
                    </a:lnTo>
                    <a:lnTo>
                      <a:pt x="3475" y="4887"/>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12511" name="Google Shape;12511;p47"/>
            <p:cNvSpPr/>
            <p:nvPr/>
          </p:nvSpPr>
          <p:spPr>
            <a:xfrm>
              <a:off x="2802751" y="504883"/>
              <a:ext cx="71134" cy="70243"/>
            </a:xfrm>
            <a:custGeom>
              <a:avLst/>
              <a:gdLst/>
              <a:ahLst/>
              <a:cxnLst/>
              <a:rect l="l" t="t" r="r" b="b"/>
              <a:pathLst>
                <a:path w="2492" h="2461" fill="none" extrusionOk="0">
                  <a:moveTo>
                    <a:pt x="730" y="2461"/>
                  </a:moveTo>
                  <a:lnTo>
                    <a:pt x="0" y="1741"/>
                  </a:lnTo>
                  <a:lnTo>
                    <a:pt x="0" y="721"/>
                  </a:lnTo>
                  <a:lnTo>
                    <a:pt x="730" y="0"/>
                  </a:lnTo>
                  <a:lnTo>
                    <a:pt x="1763" y="0"/>
                  </a:lnTo>
                  <a:lnTo>
                    <a:pt x="2492" y="721"/>
                  </a:lnTo>
                  <a:lnTo>
                    <a:pt x="2492" y="1741"/>
                  </a:lnTo>
                  <a:lnTo>
                    <a:pt x="1763" y="2461"/>
                  </a:lnTo>
                  <a:close/>
                </a:path>
              </a:pathLst>
            </a:custGeom>
            <a:solidFill>
              <a:schemeClr val="dk1"/>
            </a:solid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sp>
        <p:nvSpPr>
          <p:cNvPr id="9" name="Subtitle 8">
            <a:extLst>
              <a:ext uri="{FF2B5EF4-FFF2-40B4-BE49-F238E27FC236}">
                <a16:creationId xmlns:a16="http://schemas.microsoft.com/office/drawing/2014/main" id="{9168B466-997E-E3E1-9F38-49BD7C6E5C08}"/>
              </a:ext>
            </a:extLst>
          </p:cNvPr>
          <p:cNvSpPr>
            <a:spLocks noGrp="1"/>
          </p:cNvSpPr>
          <p:nvPr>
            <p:ph type="subTitle" idx="3"/>
          </p:nvPr>
        </p:nvSpPr>
        <p:spPr>
          <a:xfrm>
            <a:off x="170930" y="201881"/>
            <a:ext cx="8761416" cy="4304393"/>
          </a:xfrm>
        </p:spPr>
        <p:txBody>
          <a:bodyPr/>
          <a:lstStyle/>
          <a:p>
            <a:pPr algn="l"/>
            <a:r>
              <a:rPr lang="en-US" dirty="0"/>
              <a:t>The governing differential equation for the fluid temperature</a:t>
            </a:r>
            <a:r>
              <a:rPr lang="en-US" b="1" i="1" dirty="0"/>
              <a:t> T </a:t>
            </a:r>
            <a:r>
              <a:rPr lang="en-US" dirty="0"/>
              <a:t>over time is given by:</a:t>
            </a:r>
          </a:p>
          <a:p>
            <a:pPr algn="l"/>
            <a:endParaRPr lang="en-US" dirty="0"/>
          </a:p>
          <a:p>
            <a:pPr algn="l"/>
            <a:endParaRPr lang="en-US" dirty="0"/>
          </a:p>
          <a:p>
            <a:pPr algn="l"/>
            <a:endParaRPr lang="en-US" dirty="0"/>
          </a:p>
          <a:p>
            <a:pPr algn="l"/>
            <a:r>
              <a:rPr lang="en-US" sz="1800" kern="100" dirty="0">
                <a:effectLst/>
                <a:latin typeface="Times New Roman" panose="02020603050405020304" pitchFamily="18" charset="0"/>
                <a:ea typeface="Aptos" panose="020B0004020202020204" pitchFamily="34" charset="0"/>
                <a:cs typeface="Arial" panose="020B0604020202020204" pitchFamily="34" charset="0"/>
              </a:rPr>
              <a:t>dT/dt :</a:t>
            </a:r>
            <a:r>
              <a:rPr lang="en-US" sz="1200" kern="100" dirty="0">
                <a:effectLst/>
                <a:latin typeface="Times New Roman" panose="02020603050405020304" pitchFamily="18" charset="0"/>
                <a:ea typeface="Aptos" panose="020B0004020202020204" pitchFamily="34" charset="0"/>
                <a:cs typeface="Arial" panose="020B0604020202020204" pitchFamily="34" charset="0"/>
              </a:rPr>
              <a:t> </a:t>
            </a:r>
            <a:r>
              <a:rPr lang="en-US" sz="1600" dirty="0"/>
              <a:t>is the rate of change of temperature with time (°C/s)</a:t>
            </a:r>
          </a:p>
          <a:p>
            <a:pPr algn="l"/>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Q  : </a:t>
            </a:r>
            <a:r>
              <a:rPr lang="en-US" dirty="0"/>
              <a:t>is the heater power (W)</a:t>
            </a:r>
          </a:p>
          <a:p>
            <a:pPr algn="l"/>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m </a:t>
            </a:r>
            <a:r>
              <a:rPr lang="en-US" sz="1800" b="1" i="1" kern="100" baseline="30000" dirty="0">
                <a:effectLst/>
                <a:latin typeface="Times New Roman" panose="02020603050405020304" pitchFamily="18" charset="0"/>
                <a:ea typeface="Aptos" panose="020B0004020202020204" pitchFamily="34" charset="0"/>
                <a:cs typeface="Arial" panose="020B0604020202020204" pitchFamily="34" charset="0"/>
              </a:rPr>
              <a:t>.   :  </a:t>
            </a:r>
            <a:r>
              <a:rPr lang="en-US" sz="1600" dirty="0"/>
              <a:t>is the mass flow rate of the fluid (kg/s)</a:t>
            </a:r>
            <a:r>
              <a:rPr lang="en-US" sz="1600" b="1" i="1" kern="100" baseline="30000" dirty="0">
                <a:effectLst/>
                <a:latin typeface="Times New Roman" panose="02020603050405020304" pitchFamily="18" charset="0"/>
                <a:ea typeface="Aptos" panose="020B0004020202020204" pitchFamily="34" charset="0"/>
                <a:cs typeface="Arial" panose="020B0604020202020204" pitchFamily="34" charset="0"/>
              </a:rPr>
              <a:t>    </a:t>
            </a:r>
          </a:p>
          <a:p>
            <a:pPr algn="l"/>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C</a:t>
            </a:r>
            <a:r>
              <a:rPr lang="en-US" sz="1800" b="1" i="1" kern="100" baseline="-25000" dirty="0">
                <a:effectLst/>
                <a:latin typeface="Times New Roman" panose="02020603050405020304" pitchFamily="18" charset="0"/>
                <a:ea typeface="Aptos" panose="020B0004020202020204" pitchFamily="34" charset="0"/>
                <a:cs typeface="Arial" panose="020B0604020202020204" pitchFamily="34" charset="0"/>
              </a:rPr>
              <a:t>p  </a:t>
            </a:r>
            <a:r>
              <a:rPr lang="en-US" sz="1600" dirty="0"/>
              <a:t>is the specific heat of the fluid (J/</a:t>
            </a:r>
            <a:r>
              <a:rPr lang="en-US" sz="1600" dirty="0" err="1"/>
              <a:t>kg·K</a:t>
            </a:r>
            <a:r>
              <a:rPr lang="en-US" sz="1600" dirty="0"/>
              <a:t>)</a:t>
            </a:r>
            <a:endParaRPr lang="en-US" sz="1600" b="1" i="1" kern="100" baseline="-25000" dirty="0">
              <a:effectLst/>
              <a:latin typeface="Times New Roman" panose="02020603050405020304" pitchFamily="18" charset="0"/>
              <a:ea typeface="Aptos" panose="020B0004020202020204" pitchFamily="34" charset="0"/>
              <a:cs typeface="Arial" panose="020B0604020202020204" pitchFamily="34" charset="0"/>
            </a:endParaRPr>
          </a:p>
          <a:p>
            <a:pPr algn="l"/>
            <a:r>
              <a:rPr lang="en-US" sz="1800" b="1" i="1" kern="100" dirty="0">
                <a:effectLst/>
                <a:latin typeface="Times New Roman" panose="02020603050405020304" pitchFamily="18" charset="0"/>
                <a:ea typeface="Aptos" panose="020B0004020202020204" pitchFamily="34" charset="0"/>
                <a:cs typeface="Arial" panose="020B0604020202020204" pitchFamily="34" charset="0"/>
              </a:rPr>
              <a:t>T</a:t>
            </a:r>
            <a:r>
              <a:rPr lang="en-US" sz="1800" b="1" i="1" kern="100" baseline="-25000" dirty="0">
                <a:effectLst/>
                <a:latin typeface="Times New Roman" panose="02020603050405020304" pitchFamily="18" charset="0"/>
                <a:ea typeface="Aptos" panose="020B0004020202020204" pitchFamily="34" charset="0"/>
                <a:cs typeface="Arial" panose="020B0604020202020204" pitchFamily="34" charset="0"/>
              </a:rPr>
              <a:t>in </a:t>
            </a:r>
            <a:r>
              <a:rPr lang="en-US" sz="1600" dirty="0"/>
              <a:t>is the inlet temperature (°C) </a:t>
            </a:r>
          </a:p>
          <a:p>
            <a:pPr algn="l"/>
            <a:r>
              <a:rPr lang="en-US" sz="2400" b="1" i="1" dirty="0">
                <a:latin typeface="Gabriola" panose="04040605051002020D02" pitchFamily="82" charset="0"/>
                <a:cs typeface="Arial" panose="020B0604020202020204" pitchFamily="34" charset="0"/>
              </a:rPr>
              <a:t>m</a:t>
            </a:r>
            <a:r>
              <a:rPr lang="en-US" sz="2400" dirty="0"/>
              <a:t> </a:t>
            </a:r>
            <a:r>
              <a:rPr lang="en-US" sz="1600" dirty="0"/>
              <a:t>is the mass of the fluid in the pipe (kg).</a:t>
            </a:r>
          </a:p>
          <a:p>
            <a:pPr algn="l"/>
            <a:endParaRPr lang="en-US" sz="1200" dirty="0"/>
          </a:p>
          <a:p>
            <a:pPr algn="l"/>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algn="l"/>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algn="l"/>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algn="l"/>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algn="l"/>
            <a:endParaRPr lang="en-US" sz="1600" dirty="0"/>
          </a:p>
          <a:p>
            <a:pPr algn="l"/>
            <a:endParaRPr lang="en-US" sz="1200"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1A26C7D1-0DB7-9176-28DC-08757B75E2B4}"/>
              </a:ext>
            </a:extLst>
          </p:cNvPr>
          <p:cNvPicPr>
            <a:picLocks noChangeAspect="1"/>
          </p:cNvPicPr>
          <p:nvPr/>
        </p:nvPicPr>
        <p:blipFill>
          <a:blip r:embed="rId3"/>
          <a:stretch>
            <a:fillRect/>
          </a:stretch>
        </p:blipFill>
        <p:spPr>
          <a:xfrm>
            <a:off x="2801737" y="625750"/>
            <a:ext cx="3000658" cy="6020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program&#10;&#10;AI-generated content may be incorrect.">
            <a:extLst>
              <a:ext uri="{FF2B5EF4-FFF2-40B4-BE49-F238E27FC236}">
                <a16:creationId xmlns:a16="http://schemas.microsoft.com/office/drawing/2014/main" id="{3C767CC9-97C0-9AD5-80A6-3D511FCE7943}"/>
              </a:ext>
            </a:extLst>
          </p:cNvPr>
          <p:cNvPicPr>
            <a:picLocks noChangeAspect="1"/>
          </p:cNvPicPr>
          <p:nvPr/>
        </p:nvPicPr>
        <p:blipFill>
          <a:blip r:embed="rId2"/>
          <a:stretch>
            <a:fillRect/>
          </a:stretch>
        </p:blipFill>
        <p:spPr>
          <a:xfrm>
            <a:off x="210940" y="0"/>
            <a:ext cx="3876987" cy="5143500"/>
          </a:xfrm>
          <a:prstGeom prst="rect">
            <a:avLst/>
          </a:prstGeom>
        </p:spPr>
      </p:pic>
      <p:pic>
        <p:nvPicPr>
          <p:cNvPr id="7" name="Picture 6" descr="A computer code with text&#10;&#10;AI-generated content may be incorrect.">
            <a:extLst>
              <a:ext uri="{FF2B5EF4-FFF2-40B4-BE49-F238E27FC236}">
                <a16:creationId xmlns:a16="http://schemas.microsoft.com/office/drawing/2014/main" id="{87ACA817-9D7E-08EF-4F67-0752AEEA198A}"/>
              </a:ext>
            </a:extLst>
          </p:cNvPr>
          <p:cNvPicPr>
            <a:picLocks noChangeAspect="1"/>
          </p:cNvPicPr>
          <p:nvPr/>
        </p:nvPicPr>
        <p:blipFill>
          <a:blip r:embed="rId3"/>
          <a:stretch>
            <a:fillRect/>
          </a:stretch>
        </p:blipFill>
        <p:spPr>
          <a:xfrm>
            <a:off x="4203865" y="938151"/>
            <a:ext cx="4536985" cy="2978356"/>
          </a:xfrm>
          <a:prstGeom prst="rect">
            <a:avLst/>
          </a:prstGeom>
        </p:spPr>
      </p:pic>
    </p:spTree>
    <p:extLst>
      <p:ext uri="{BB962C8B-B14F-4D97-AF65-F5344CB8AC3E}">
        <p14:creationId xmlns:p14="http://schemas.microsoft.com/office/powerpoint/2010/main" val="3694151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89"/>
        <p:cNvGrpSpPr/>
        <p:nvPr/>
      </p:nvGrpSpPr>
      <p:grpSpPr>
        <a:xfrm>
          <a:off x="0" y="0"/>
          <a:ext cx="0" cy="0"/>
          <a:chOff x="0" y="0"/>
          <a:chExt cx="0" cy="0"/>
        </a:xfrm>
      </p:grpSpPr>
      <p:sp>
        <p:nvSpPr>
          <p:cNvPr id="13090" name="Google Shape;13090;p53"/>
          <p:cNvSpPr txBox="1">
            <a:spLocks noGrp="1"/>
          </p:cNvSpPr>
          <p:nvPr>
            <p:ph type="subTitle" idx="1"/>
          </p:nvPr>
        </p:nvSpPr>
        <p:spPr>
          <a:xfrm>
            <a:off x="178131" y="-242702"/>
            <a:ext cx="5700156" cy="489263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b="1" dirty="0"/>
              <a:t>Simulation results confirm expected trends:                     * With heater ON and insulation applied (lower heat loss coefficient), the fluid temperature rises faster and reaches higher steady-state values.                              * Without insulation (higher heat loss), the temperature rise is slower and lower steady-state temperature is achieved.                                                               * Efficiency plots show corresponding improvements with insulation.                                                                                     * Flow rate affects temperature rise rate and outlet temperature due to thermal mass and residence time .                                                               These results align qualitatively with real-world expectations and literature, validating the model.</a:t>
            </a:r>
            <a:endParaRPr sz="1800" b="1" dirty="0"/>
          </a:p>
        </p:txBody>
      </p:sp>
      <p:grpSp>
        <p:nvGrpSpPr>
          <p:cNvPr id="13092" name="Google Shape;13092;p53"/>
          <p:cNvGrpSpPr/>
          <p:nvPr/>
        </p:nvGrpSpPr>
        <p:grpSpPr>
          <a:xfrm>
            <a:off x="5944487" y="344450"/>
            <a:ext cx="2564029" cy="4454593"/>
            <a:chOff x="5944487" y="344450"/>
            <a:chExt cx="2564029" cy="4454593"/>
          </a:xfrm>
        </p:grpSpPr>
        <p:sp>
          <p:nvSpPr>
            <p:cNvPr id="13093" name="Google Shape;13093;p53"/>
            <p:cNvSpPr/>
            <p:nvPr/>
          </p:nvSpPr>
          <p:spPr>
            <a:xfrm flipH="1">
              <a:off x="7840184" y="344450"/>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4" name="Google Shape;13094;p53"/>
            <p:cNvSpPr/>
            <p:nvPr/>
          </p:nvSpPr>
          <p:spPr>
            <a:xfrm flipH="1">
              <a:off x="7873484" y="377838"/>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5" name="Google Shape;13095;p53"/>
            <p:cNvSpPr/>
            <p:nvPr/>
          </p:nvSpPr>
          <p:spPr>
            <a:xfrm flipH="1">
              <a:off x="7906839" y="411225"/>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6" name="Google Shape;13096;p53"/>
            <p:cNvSpPr/>
            <p:nvPr/>
          </p:nvSpPr>
          <p:spPr>
            <a:xfrm flipH="1">
              <a:off x="7940139" y="444557"/>
              <a:ext cx="468407" cy="468133"/>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7" name="Google Shape;13097;p53"/>
            <p:cNvSpPr/>
            <p:nvPr/>
          </p:nvSpPr>
          <p:spPr>
            <a:xfrm flipH="1">
              <a:off x="7973439" y="477944"/>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8" name="Google Shape;13098;p53"/>
            <p:cNvSpPr/>
            <p:nvPr/>
          </p:nvSpPr>
          <p:spPr>
            <a:xfrm flipH="1">
              <a:off x="8006794" y="511332"/>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9" name="Google Shape;13099;p53"/>
            <p:cNvSpPr/>
            <p:nvPr/>
          </p:nvSpPr>
          <p:spPr>
            <a:xfrm flipH="1">
              <a:off x="8040094" y="544664"/>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0" name="Google Shape;13100;p53"/>
            <p:cNvSpPr/>
            <p:nvPr/>
          </p:nvSpPr>
          <p:spPr>
            <a:xfrm flipH="1">
              <a:off x="8073395" y="578079"/>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1" name="Google Shape;13101;p53"/>
            <p:cNvSpPr/>
            <p:nvPr/>
          </p:nvSpPr>
          <p:spPr>
            <a:xfrm flipH="1">
              <a:off x="8106750" y="611466"/>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2" name="Google Shape;13102;p53"/>
            <p:cNvSpPr/>
            <p:nvPr/>
          </p:nvSpPr>
          <p:spPr>
            <a:xfrm flipH="1">
              <a:off x="8140050" y="644826"/>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3" name="Google Shape;13103;p53"/>
            <p:cNvSpPr/>
            <p:nvPr/>
          </p:nvSpPr>
          <p:spPr>
            <a:xfrm flipH="1">
              <a:off x="7366958" y="817675"/>
              <a:ext cx="668305" cy="668360"/>
            </a:xfrm>
            <a:custGeom>
              <a:avLst/>
              <a:gdLst/>
              <a:ahLst/>
              <a:cxnLst/>
              <a:rect l="l" t="t" r="r" b="b"/>
              <a:pathLst>
                <a:path w="24302" h="24304" fill="none" extrusionOk="0">
                  <a:moveTo>
                    <a:pt x="7117" y="24304"/>
                  </a:moveTo>
                  <a:lnTo>
                    <a:pt x="0" y="17185"/>
                  </a:lnTo>
                  <a:lnTo>
                    <a:pt x="0" y="7118"/>
                  </a:lnTo>
                  <a:lnTo>
                    <a:pt x="7117" y="1"/>
                  </a:lnTo>
                  <a:lnTo>
                    <a:pt x="17184" y="1"/>
                  </a:lnTo>
                  <a:lnTo>
                    <a:pt x="24302" y="7118"/>
                  </a:lnTo>
                  <a:lnTo>
                    <a:pt x="24302" y="17185"/>
                  </a:lnTo>
                  <a:lnTo>
                    <a:pt x="17184"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4" name="Google Shape;13104;p53"/>
            <p:cNvSpPr/>
            <p:nvPr/>
          </p:nvSpPr>
          <p:spPr>
            <a:xfrm flipH="1">
              <a:off x="7400285" y="851090"/>
              <a:ext cx="601673" cy="601563"/>
            </a:xfrm>
            <a:custGeom>
              <a:avLst/>
              <a:gdLst/>
              <a:ahLst/>
              <a:cxnLst/>
              <a:rect l="l" t="t" r="r" b="b"/>
              <a:pathLst>
                <a:path w="21879"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5" name="Google Shape;13105;p53"/>
            <p:cNvSpPr/>
            <p:nvPr/>
          </p:nvSpPr>
          <p:spPr>
            <a:xfrm flipH="1">
              <a:off x="7433586" y="884450"/>
              <a:ext cx="535040" cy="534820"/>
            </a:xfrm>
            <a:custGeom>
              <a:avLst/>
              <a:gdLst/>
              <a:ahLst/>
              <a:cxnLst/>
              <a:rect l="l" t="t" r="r" b="b"/>
              <a:pathLst>
                <a:path w="19456" h="19448" fill="none" extrusionOk="0">
                  <a:moveTo>
                    <a:pt x="5699" y="19448"/>
                  </a:moveTo>
                  <a:lnTo>
                    <a:pt x="0" y="13752"/>
                  </a:lnTo>
                  <a:lnTo>
                    <a:pt x="0" y="5696"/>
                  </a:lnTo>
                  <a:lnTo>
                    <a:pt x="5699" y="0"/>
                  </a:lnTo>
                  <a:lnTo>
                    <a:pt x="13758" y="0"/>
                  </a:lnTo>
                  <a:lnTo>
                    <a:pt x="19456" y="5696"/>
                  </a:lnTo>
                  <a:lnTo>
                    <a:pt x="19456" y="13752"/>
                  </a:lnTo>
                  <a:lnTo>
                    <a:pt x="13758"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6" name="Google Shape;13106;p53"/>
            <p:cNvSpPr/>
            <p:nvPr/>
          </p:nvSpPr>
          <p:spPr>
            <a:xfrm flipH="1">
              <a:off x="7466913" y="917810"/>
              <a:ext cx="468380" cy="468133"/>
            </a:xfrm>
            <a:custGeom>
              <a:avLst/>
              <a:gdLst/>
              <a:ahLst/>
              <a:cxnLst/>
              <a:rect l="l" t="t" r="r" b="b"/>
              <a:pathLst>
                <a:path w="17032"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7" name="Google Shape;13107;p53"/>
            <p:cNvSpPr/>
            <p:nvPr/>
          </p:nvSpPr>
          <p:spPr>
            <a:xfrm flipH="1">
              <a:off x="7500241" y="951197"/>
              <a:ext cx="401748" cy="401363"/>
            </a:xfrm>
            <a:custGeom>
              <a:avLst/>
              <a:gdLst/>
              <a:ahLst/>
              <a:cxnLst/>
              <a:rect l="l" t="t" r="r" b="b"/>
              <a:pathLst>
                <a:path w="14609" h="14595" fill="none" extrusionOk="0">
                  <a:moveTo>
                    <a:pt x="4280" y="14594"/>
                  </a:moveTo>
                  <a:lnTo>
                    <a:pt x="0" y="10319"/>
                  </a:lnTo>
                  <a:lnTo>
                    <a:pt x="0" y="4275"/>
                  </a:lnTo>
                  <a:lnTo>
                    <a:pt x="4280" y="0"/>
                  </a:lnTo>
                  <a:lnTo>
                    <a:pt x="10330" y="0"/>
                  </a:lnTo>
                  <a:lnTo>
                    <a:pt x="14609" y="4275"/>
                  </a:lnTo>
                  <a:lnTo>
                    <a:pt x="14609" y="10319"/>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8" name="Google Shape;13108;p53"/>
            <p:cNvSpPr/>
            <p:nvPr/>
          </p:nvSpPr>
          <p:spPr>
            <a:xfrm flipH="1">
              <a:off x="7533568" y="984557"/>
              <a:ext cx="335060" cy="334620"/>
            </a:xfrm>
            <a:custGeom>
              <a:avLst/>
              <a:gdLst/>
              <a:ahLst/>
              <a:cxnLst/>
              <a:rect l="l" t="t" r="r" b="b"/>
              <a:pathLst>
                <a:path w="12184" h="12168" fill="none" extrusionOk="0">
                  <a:moveTo>
                    <a:pt x="3568" y="12167"/>
                  </a:moveTo>
                  <a:lnTo>
                    <a:pt x="0" y="8604"/>
                  </a:lnTo>
                  <a:lnTo>
                    <a:pt x="0" y="3565"/>
                  </a:lnTo>
                  <a:lnTo>
                    <a:pt x="3568" y="0"/>
                  </a:lnTo>
                  <a:lnTo>
                    <a:pt x="8616" y="0"/>
                  </a:lnTo>
                  <a:lnTo>
                    <a:pt x="12184" y="3565"/>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9" name="Google Shape;13109;p53"/>
            <p:cNvSpPr/>
            <p:nvPr/>
          </p:nvSpPr>
          <p:spPr>
            <a:xfrm flipH="1">
              <a:off x="7566869" y="1017944"/>
              <a:ext cx="268455" cy="267905"/>
            </a:xfrm>
            <a:custGeom>
              <a:avLst/>
              <a:gdLst/>
              <a:ahLst/>
              <a:cxnLst/>
              <a:rect l="l" t="t" r="r" b="b"/>
              <a:pathLst>
                <a:path w="9762" h="9742" fill="none" extrusionOk="0">
                  <a:moveTo>
                    <a:pt x="2860" y="9741"/>
                  </a:moveTo>
                  <a:lnTo>
                    <a:pt x="0" y="6888"/>
                  </a:lnTo>
                  <a:lnTo>
                    <a:pt x="0" y="2853"/>
                  </a:lnTo>
                  <a:lnTo>
                    <a:pt x="2860"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0" name="Google Shape;13110;p53"/>
            <p:cNvSpPr/>
            <p:nvPr/>
          </p:nvSpPr>
          <p:spPr>
            <a:xfrm flipH="1">
              <a:off x="7600196" y="1051304"/>
              <a:ext cx="201795" cy="201163"/>
            </a:xfrm>
            <a:custGeom>
              <a:avLst/>
              <a:gdLst/>
              <a:ahLst/>
              <a:cxnLst/>
              <a:rect l="l" t="t" r="r" b="b"/>
              <a:pathLst>
                <a:path w="7338" h="7315" fill="none" extrusionOk="0">
                  <a:moveTo>
                    <a:pt x="2149" y="7314"/>
                  </a:moveTo>
                  <a:lnTo>
                    <a:pt x="0" y="5172"/>
                  </a:lnTo>
                  <a:lnTo>
                    <a:pt x="0" y="2142"/>
                  </a:lnTo>
                  <a:lnTo>
                    <a:pt x="2149"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1" name="Google Shape;13111;p53"/>
            <p:cNvSpPr/>
            <p:nvPr/>
          </p:nvSpPr>
          <p:spPr>
            <a:xfrm flipH="1">
              <a:off x="7633524" y="1084664"/>
              <a:ext cx="135135" cy="134420"/>
            </a:xfrm>
            <a:custGeom>
              <a:avLst/>
              <a:gdLst/>
              <a:ahLst/>
              <a:cxnLst/>
              <a:rect l="l" t="t" r="r" b="b"/>
              <a:pathLst>
                <a:path w="4914" h="4888" fill="none" extrusionOk="0">
                  <a:moveTo>
                    <a:pt x="1439" y="4887"/>
                  </a:moveTo>
                  <a:lnTo>
                    <a:pt x="0" y="3457"/>
                  </a:lnTo>
                  <a:lnTo>
                    <a:pt x="0"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2" name="Google Shape;13112;p53"/>
            <p:cNvSpPr/>
            <p:nvPr/>
          </p:nvSpPr>
          <p:spPr>
            <a:xfrm flipH="1">
              <a:off x="7666824" y="1118051"/>
              <a:ext cx="68530" cy="67705"/>
            </a:xfrm>
            <a:custGeom>
              <a:avLst/>
              <a:gdLst/>
              <a:ahLst/>
              <a:cxnLst/>
              <a:rect l="l" t="t" r="r" b="b"/>
              <a:pathLst>
                <a:path w="2492" h="2462" fill="none" extrusionOk="0">
                  <a:moveTo>
                    <a:pt x="731" y="2461"/>
                  </a:moveTo>
                  <a:lnTo>
                    <a:pt x="0" y="1739"/>
                  </a:lnTo>
                  <a:lnTo>
                    <a:pt x="0" y="721"/>
                  </a:lnTo>
                  <a:lnTo>
                    <a:pt x="731" y="1"/>
                  </a:lnTo>
                  <a:lnTo>
                    <a:pt x="1763" y="1"/>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3" name="Google Shape;13113;p53"/>
            <p:cNvSpPr/>
            <p:nvPr/>
          </p:nvSpPr>
          <p:spPr>
            <a:xfrm flipH="1">
              <a:off x="7840184" y="1290955"/>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4" name="Google Shape;13114;p53"/>
            <p:cNvSpPr/>
            <p:nvPr/>
          </p:nvSpPr>
          <p:spPr>
            <a:xfrm flipH="1">
              <a:off x="7873484" y="1324288"/>
              <a:ext cx="601727" cy="601617"/>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5" name="Google Shape;13115;p53"/>
            <p:cNvSpPr/>
            <p:nvPr/>
          </p:nvSpPr>
          <p:spPr>
            <a:xfrm flipH="1">
              <a:off x="7906839" y="1357675"/>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6" name="Google Shape;13116;p53"/>
            <p:cNvSpPr/>
            <p:nvPr/>
          </p:nvSpPr>
          <p:spPr>
            <a:xfrm flipH="1">
              <a:off x="7940139" y="1391062"/>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7" name="Google Shape;13117;p53"/>
            <p:cNvSpPr/>
            <p:nvPr/>
          </p:nvSpPr>
          <p:spPr>
            <a:xfrm flipH="1">
              <a:off x="7973439" y="1424395"/>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8" name="Google Shape;13118;p53"/>
            <p:cNvSpPr/>
            <p:nvPr/>
          </p:nvSpPr>
          <p:spPr>
            <a:xfrm flipH="1">
              <a:off x="8006794" y="1457782"/>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9" name="Google Shape;13119;p53"/>
            <p:cNvSpPr/>
            <p:nvPr/>
          </p:nvSpPr>
          <p:spPr>
            <a:xfrm flipH="1">
              <a:off x="8040094" y="1491197"/>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0" name="Google Shape;13120;p53"/>
            <p:cNvSpPr/>
            <p:nvPr/>
          </p:nvSpPr>
          <p:spPr>
            <a:xfrm flipH="1">
              <a:off x="8073450" y="1524584"/>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1" name="Google Shape;13121;p53"/>
            <p:cNvSpPr/>
            <p:nvPr/>
          </p:nvSpPr>
          <p:spPr>
            <a:xfrm flipH="1">
              <a:off x="8106750" y="1557916"/>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2" name="Google Shape;13122;p53"/>
            <p:cNvSpPr/>
            <p:nvPr/>
          </p:nvSpPr>
          <p:spPr>
            <a:xfrm flipH="1">
              <a:off x="8140050" y="1591304"/>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3" name="Google Shape;13123;p53"/>
            <p:cNvSpPr/>
            <p:nvPr/>
          </p:nvSpPr>
          <p:spPr>
            <a:xfrm flipH="1">
              <a:off x="7366958" y="1764181"/>
              <a:ext cx="668305" cy="668305"/>
            </a:xfrm>
            <a:custGeom>
              <a:avLst/>
              <a:gdLst/>
              <a:ahLst/>
              <a:cxnLst/>
              <a:rect l="l" t="t" r="r" b="b"/>
              <a:pathLst>
                <a:path w="24302" h="24302" fill="none" extrusionOk="0">
                  <a:moveTo>
                    <a:pt x="7117" y="24302"/>
                  </a:moveTo>
                  <a:lnTo>
                    <a:pt x="0" y="17185"/>
                  </a:lnTo>
                  <a:lnTo>
                    <a:pt x="0" y="7118"/>
                  </a:lnTo>
                  <a:lnTo>
                    <a:pt x="7117" y="1"/>
                  </a:lnTo>
                  <a:lnTo>
                    <a:pt x="17184" y="1"/>
                  </a:lnTo>
                  <a:lnTo>
                    <a:pt x="24302" y="7118"/>
                  </a:lnTo>
                  <a:lnTo>
                    <a:pt x="24302" y="17185"/>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4" name="Google Shape;13124;p53"/>
            <p:cNvSpPr/>
            <p:nvPr/>
          </p:nvSpPr>
          <p:spPr>
            <a:xfrm flipH="1">
              <a:off x="7400285" y="1797568"/>
              <a:ext cx="601673" cy="601563"/>
            </a:xfrm>
            <a:custGeom>
              <a:avLst/>
              <a:gdLst/>
              <a:ahLst/>
              <a:cxnLst/>
              <a:rect l="l" t="t" r="r" b="b"/>
              <a:pathLst>
                <a:path w="21879"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5" name="Google Shape;13125;p53"/>
            <p:cNvSpPr/>
            <p:nvPr/>
          </p:nvSpPr>
          <p:spPr>
            <a:xfrm flipH="1">
              <a:off x="7433586" y="1830928"/>
              <a:ext cx="535040" cy="534847"/>
            </a:xfrm>
            <a:custGeom>
              <a:avLst/>
              <a:gdLst/>
              <a:ahLst/>
              <a:cxnLst/>
              <a:rect l="l" t="t" r="r" b="b"/>
              <a:pathLst>
                <a:path w="19456" h="19449" fill="none" extrusionOk="0">
                  <a:moveTo>
                    <a:pt x="5699" y="19449"/>
                  </a:moveTo>
                  <a:lnTo>
                    <a:pt x="0" y="13751"/>
                  </a:lnTo>
                  <a:lnTo>
                    <a:pt x="0" y="5697"/>
                  </a:lnTo>
                  <a:lnTo>
                    <a:pt x="5699" y="0"/>
                  </a:lnTo>
                  <a:lnTo>
                    <a:pt x="13758" y="0"/>
                  </a:lnTo>
                  <a:lnTo>
                    <a:pt x="19456" y="5697"/>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6" name="Google Shape;13126;p53"/>
            <p:cNvSpPr/>
            <p:nvPr/>
          </p:nvSpPr>
          <p:spPr>
            <a:xfrm flipH="1">
              <a:off x="7466913" y="1864315"/>
              <a:ext cx="468380" cy="468078"/>
            </a:xfrm>
            <a:custGeom>
              <a:avLst/>
              <a:gdLst/>
              <a:ahLst/>
              <a:cxnLst/>
              <a:rect l="l" t="t" r="r" b="b"/>
              <a:pathLst>
                <a:path w="17032"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7" name="Google Shape;13127;p53"/>
            <p:cNvSpPr/>
            <p:nvPr/>
          </p:nvSpPr>
          <p:spPr>
            <a:xfrm flipH="1">
              <a:off x="7500241" y="1897675"/>
              <a:ext cx="401748" cy="401335"/>
            </a:xfrm>
            <a:custGeom>
              <a:avLst/>
              <a:gdLst/>
              <a:ahLst/>
              <a:cxnLst/>
              <a:rect l="l" t="t" r="r" b="b"/>
              <a:pathLst>
                <a:path w="14609" h="14594" fill="none" extrusionOk="0">
                  <a:moveTo>
                    <a:pt x="4280" y="14593"/>
                  </a:moveTo>
                  <a:lnTo>
                    <a:pt x="0" y="10319"/>
                  </a:lnTo>
                  <a:lnTo>
                    <a:pt x="0" y="4275"/>
                  </a:lnTo>
                  <a:lnTo>
                    <a:pt x="4280" y="0"/>
                  </a:lnTo>
                  <a:lnTo>
                    <a:pt x="10330" y="0"/>
                  </a:lnTo>
                  <a:lnTo>
                    <a:pt x="14609" y="4275"/>
                  </a:lnTo>
                  <a:lnTo>
                    <a:pt x="14609" y="10319"/>
                  </a:lnTo>
                  <a:lnTo>
                    <a:pt x="10330"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8" name="Google Shape;13128;p53"/>
            <p:cNvSpPr/>
            <p:nvPr/>
          </p:nvSpPr>
          <p:spPr>
            <a:xfrm flipH="1">
              <a:off x="7533568" y="1931035"/>
              <a:ext cx="335060" cy="334648"/>
            </a:xfrm>
            <a:custGeom>
              <a:avLst/>
              <a:gdLst/>
              <a:ahLst/>
              <a:cxnLst/>
              <a:rect l="l" t="t" r="r" b="b"/>
              <a:pathLst>
                <a:path w="12184" h="12169" fill="none" extrusionOk="0">
                  <a:moveTo>
                    <a:pt x="3568" y="12168"/>
                  </a:moveTo>
                  <a:lnTo>
                    <a:pt x="0" y="8605"/>
                  </a:lnTo>
                  <a:lnTo>
                    <a:pt x="0" y="3564"/>
                  </a:lnTo>
                  <a:lnTo>
                    <a:pt x="3568" y="0"/>
                  </a:lnTo>
                  <a:lnTo>
                    <a:pt x="8616" y="0"/>
                  </a:lnTo>
                  <a:lnTo>
                    <a:pt x="12184" y="3564"/>
                  </a:lnTo>
                  <a:lnTo>
                    <a:pt x="12184"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9" name="Google Shape;13129;p53"/>
            <p:cNvSpPr/>
            <p:nvPr/>
          </p:nvSpPr>
          <p:spPr>
            <a:xfrm flipH="1">
              <a:off x="7566869" y="1964422"/>
              <a:ext cx="268455" cy="267878"/>
            </a:xfrm>
            <a:custGeom>
              <a:avLst/>
              <a:gdLst/>
              <a:ahLst/>
              <a:cxnLst/>
              <a:rect l="l" t="t" r="r" b="b"/>
              <a:pathLst>
                <a:path w="9762" h="9741" fill="none" extrusionOk="0">
                  <a:moveTo>
                    <a:pt x="2860" y="9740"/>
                  </a:moveTo>
                  <a:lnTo>
                    <a:pt x="0" y="6888"/>
                  </a:lnTo>
                  <a:lnTo>
                    <a:pt x="0" y="2853"/>
                  </a:lnTo>
                  <a:lnTo>
                    <a:pt x="2860"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0" name="Google Shape;13130;p53"/>
            <p:cNvSpPr/>
            <p:nvPr/>
          </p:nvSpPr>
          <p:spPr>
            <a:xfrm flipH="1">
              <a:off x="7600196" y="1997782"/>
              <a:ext cx="201823" cy="201163"/>
            </a:xfrm>
            <a:custGeom>
              <a:avLst/>
              <a:gdLst/>
              <a:ahLst/>
              <a:cxnLst/>
              <a:rect l="l" t="t" r="r" b="b"/>
              <a:pathLst>
                <a:path w="7339" h="7315" fill="none" extrusionOk="0">
                  <a:moveTo>
                    <a:pt x="2150" y="7314"/>
                  </a:moveTo>
                  <a:lnTo>
                    <a:pt x="0" y="5171"/>
                  </a:lnTo>
                  <a:lnTo>
                    <a:pt x="0" y="2143"/>
                  </a:lnTo>
                  <a:lnTo>
                    <a:pt x="2150" y="1"/>
                  </a:lnTo>
                  <a:lnTo>
                    <a:pt x="5190" y="1"/>
                  </a:lnTo>
                  <a:lnTo>
                    <a:pt x="7339" y="2143"/>
                  </a:lnTo>
                  <a:lnTo>
                    <a:pt x="7339" y="5171"/>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1" name="Google Shape;13131;p53"/>
            <p:cNvSpPr/>
            <p:nvPr/>
          </p:nvSpPr>
          <p:spPr>
            <a:xfrm flipH="1">
              <a:off x="7633524" y="2031141"/>
              <a:ext cx="135135" cy="134447"/>
            </a:xfrm>
            <a:custGeom>
              <a:avLst/>
              <a:gdLst/>
              <a:ahLst/>
              <a:cxnLst/>
              <a:rect l="l" t="t" r="r" b="b"/>
              <a:pathLst>
                <a:path w="4914" h="4889" fill="none" extrusionOk="0">
                  <a:moveTo>
                    <a:pt x="1439" y="4888"/>
                  </a:moveTo>
                  <a:lnTo>
                    <a:pt x="0" y="3456"/>
                  </a:lnTo>
                  <a:lnTo>
                    <a:pt x="0" y="1433"/>
                  </a:lnTo>
                  <a:lnTo>
                    <a:pt x="1439" y="1"/>
                  </a:lnTo>
                  <a:lnTo>
                    <a:pt x="3475" y="1"/>
                  </a:lnTo>
                  <a:lnTo>
                    <a:pt x="4914" y="1433"/>
                  </a:lnTo>
                  <a:lnTo>
                    <a:pt x="4914" y="3456"/>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2" name="Google Shape;13132;p53"/>
            <p:cNvSpPr/>
            <p:nvPr/>
          </p:nvSpPr>
          <p:spPr>
            <a:xfrm flipH="1">
              <a:off x="7666824" y="2064529"/>
              <a:ext cx="68530" cy="67678"/>
            </a:xfrm>
            <a:custGeom>
              <a:avLst/>
              <a:gdLst/>
              <a:ahLst/>
              <a:cxnLst/>
              <a:rect l="l" t="t" r="r" b="b"/>
              <a:pathLst>
                <a:path w="2492" h="2461" fill="none" extrusionOk="0">
                  <a:moveTo>
                    <a:pt x="731" y="2460"/>
                  </a:moveTo>
                  <a:lnTo>
                    <a:pt x="0" y="1739"/>
                  </a:lnTo>
                  <a:lnTo>
                    <a:pt x="0" y="721"/>
                  </a:lnTo>
                  <a:lnTo>
                    <a:pt x="731" y="1"/>
                  </a:lnTo>
                  <a:lnTo>
                    <a:pt x="1763" y="1"/>
                  </a:lnTo>
                  <a:lnTo>
                    <a:pt x="2492" y="721"/>
                  </a:lnTo>
                  <a:lnTo>
                    <a:pt x="2492" y="1739"/>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3" name="Google Shape;13133;p53"/>
            <p:cNvSpPr/>
            <p:nvPr/>
          </p:nvSpPr>
          <p:spPr>
            <a:xfrm flipH="1">
              <a:off x="7840184" y="2237406"/>
              <a:ext cx="668332"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4" name="Google Shape;13134;p53"/>
            <p:cNvSpPr/>
            <p:nvPr/>
          </p:nvSpPr>
          <p:spPr>
            <a:xfrm flipH="1">
              <a:off x="7873484" y="2270793"/>
              <a:ext cx="601727"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5" name="Google Shape;13135;p53"/>
            <p:cNvSpPr/>
            <p:nvPr/>
          </p:nvSpPr>
          <p:spPr>
            <a:xfrm flipH="1">
              <a:off x="7906839" y="2304153"/>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6" name="Google Shape;13136;p53"/>
            <p:cNvSpPr/>
            <p:nvPr/>
          </p:nvSpPr>
          <p:spPr>
            <a:xfrm flipH="1">
              <a:off x="7940139" y="2337513"/>
              <a:ext cx="468407"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7" name="Google Shape;13137;p53"/>
            <p:cNvSpPr/>
            <p:nvPr/>
          </p:nvSpPr>
          <p:spPr>
            <a:xfrm flipH="1">
              <a:off x="7973494" y="2370900"/>
              <a:ext cx="401748"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8" name="Google Shape;13138;p53"/>
            <p:cNvSpPr/>
            <p:nvPr/>
          </p:nvSpPr>
          <p:spPr>
            <a:xfrm flipH="1">
              <a:off x="8006794" y="2404232"/>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9" name="Google Shape;13139;p53"/>
            <p:cNvSpPr/>
            <p:nvPr/>
          </p:nvSpPr>
          <p:spPr>
            <a:xfrm flipH="1">
              <a:off x="8040094" y="2437619"/>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0" name="Google Shape;13140;p53"/>
            <p:cNvSpPr/>
            <p:nvPr/>
          </p:nvSpPr>
          <p:spPr>
            <a:xfrm flipH="1">
              <a:off x="8073450" y="2471034"/>
              <a:ext cx="201823"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1" name="Google Shape;13141;p53"/>
            <p:cNvSpPr/>
            <p:nvPr/>
          </p:nvSpPr>
          <p:spPr>
            <a:xfrm flipH="1">
              <a:off x="8106750" y="2504394"/>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2" name="Google Shape;13142;p53"/>
            <p:cNvSpPr/>
            <p:nvPr/>
          </p:nvSpPr>
          <p:spPr>
            <a:xfrm flipH="1">
              <a:off x="8140050" y="2537754"/>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3" name="Google Shape;13143;p53"/>
            <p:cNvSpPr/>
            <p:nvPr/>
          </p:nvSpPr>
          <p:spPr>
            <a:xfrm flipH="1">
              <a:off x="7366958" y="2710940"/>
              <a:ext cx="668305" cy="668332"/>
            </a:xfrm>
            <a:custGeom>
              <a:avLst/>
              <a:gdLst/>
              <a:ahLst/>
              <a:cxnLst/>
              <a:rect l="l" t="t" r="r" b="b"/>
              <a:pathLst>
                <a:path w="24302" h="24303" fill="none" extrusionOk="0">
                  <a:moveTo>
                    <a:pt x="7117" y="24303"/>
                  </a:moveTo>
                  <a:lnTo>
                    <a:pt x="0" y="17186"/>
                  </a:lnTo>
                  <a:lnTo>
                    <a:pt x="0" y="7119"/>
                  </a:lnTo>
                  <a:lnTo>
                    <a:pt x="7117" y="1"/>
                  </a:lnTo>
                  <a:lnTo>
                    <a:pt x="17184" y="1"/>
                  </a:lnTo>
                  <a:lnTo>
                    <a:pt x="24302" y="7119"/>
                  </a:lnTo>
                  <a:lnTo>
                    <a:pt x="24302" y="17186"/>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4" name="Google Shape;13144;p53"/>
            <p:cNvSpPr/>
            <p:nvPr/>
          </p:nvSpPr>
          <p:spPr>
            <a:xfrm flipH="1">
              <a:off x="7400285" y="2744355"/>
              <a:ext cx="601673" cy="601590"/>
            </a:xfrm>
            <a:custGeom>
              <a:avLst/>
              <a:gdLst/>
              <a:ahLst/>
              <a:cxnLst/>
              <a:rect l="l" t="t" r="r" b="b"/>
              <a:pathLst>
                <a:path w="21879"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5" name="Google Shape;13145;p53"/>
            <p:cNvSpPr/>
            <p:nvPr/>
          </p:nvSpPr>
          <p:spPr>
            <a:xfrm flipH="1">
              <a:off x="7433586" y="2777715"/>
              <a:ext cx="535040" cy="534847"/>
            </a:xfrm>
            <a:custGeom>
              <a:avLst/>
              <a:gdLst/>
              <a:ahLst/>
              <a:cxnLst/>
              <a:rect l="l" t="t" r="r" b="b"/>
              <a:pathLst>
                <a:path w="19456" h="19449" fill="none" extrusionOk="0">
                  <a:moveTo>
                    <a:pt x="5699" y="19449"/>
                  </a:moveTo>
                  <a:lnTo>
                    <a:pt x="0" y="13751"/>
                  </a:lnTo>
                  <a:lnTo>
                    <a:pt x="0" y="5696"/>
                  </a:lnTo>
                  <a:lnTo>
                    <a:pt x="5699" y="0"/>
                  </a:lnTo>
                  <a:lnTo>
                    <a:pt x="13758" y="0"/>
                  </a:lnTo>
                  <a:lnTo>
                    <a:pt x="19456" y="5696"/>
                  </a:lnTo>
                  <a:lnTo>
                    <a:pt x="19456" y="13751"/>
                  </a:lnTo>
                  <a:lnTo>
                    <a:pt x="13758"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6" name="Google Shape;13146;p53"/>
            <p:cNvSpPr/>
            <p:nvPr/>
          </p:nvSpPr>
          <p:spPr>
            <a:xfrm flipH="1">
              <a:off x="7466913" y="2811075"/>
              <a:ext cx="468380" cy="468105"/>
            </a:xfrm>
            <a:custGeom>
              <a:avLst/>
              <a:gdLst/>
              <a:ahLst/>
              <a:cxnLst/>
              <a:rect l="l" t="t" r="r" b="b"/>
              <a:pathLst>
                <a:path w="17032"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7" name="Google Shape;13147;p53"/>
            <p:cNvSpPr/>
            <p:nvPr/>
          </p:nvSpPr>
          <p:spPr>
            <a:xfrm flipH="1">
              <a:off x="7500241" y="2844462"/>
              <a:ext cx="401748" cy="401390"/>
            </a:xfrm>
            <a:custGeom>
              <a:avLst/>
              <a:gdLst/>
              <a:ahLst/>
              <a:cxnLst/>
              <a:rect l="l" t="t" r="r" b="b"/>
              <a:pathLst>
                <a:path w="14609" h="14596" fill="none" extrusionOk="0">
                  <a:moveTo>
                    <a:pt x="4280" y="14596"/>
                  </a:moveTo>
                  <a:lnTo>
                    <a:pt x="0" y="10320"/>
                  </a:lnTo>
                  <a:lnTo>
                    <a:pt x="0" y="4275"/>
                  </a:lnTo>
                  <a:lnTo>
                    <a:pt x="4280" y="0"/>
                  </a:lnTo>
                  <a:lnTo>
                    <a:pt x="10330" y="0"/>
                  </a:lnTo>
                  <a:lnTo>
                    <a:pt x="14609" y="4275"/>
                  </a:lnTo>
                  <a:lnTo>
                    <a:pt x="14609" y="10320"/>
                  </a:lnTo>
                  <a:lnTo>
                    <a:pt x="10330"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8" name="Google Shape;13148;p53"/>
            <p:cNvSpPr/>
            <p:nvPr/>
          </p:nvSpPr>
          <p:spPr>
            <a:xfrm flipH="1">
              <a:off x="7533568" y="2877849"/>
              <a:ext cx="335060" cy="334620"/>
            </a:xfrm>
            <a:custGeom>
              <a:avLst/>
              <a:gdLst/>
              <a:ahLst/>
              <a:cxnLst/>
              <a:rect l="l" t="t" r="r" b="b"/>
              <a:pathLst>
                <a:path w="12184" h="12168" fill="none" extrusionOk="0">
                  <a:moveTo>
                    <a:pt x="3568" y="12167"/>
                  </a:moveTo>
                  <a:lnTo>
                    <a:pt x="0" y="8604"/>
                  </a:lnTo>
                  <a:lnTo>
                    <a:pt x="0" y="3563"/>
                  </a:lnTo>
                  <a:lnTo>
                    <a:pt x="3568" y="0"/>
                  </a:lnTo>
                  <a:lnTo>
                    <a:pt x="8616" y="0"/>
                  </a:lnTo>
                  <a:lnTo>
                    <a:pt x="12184" y="3563"/>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9" name="Google Shape;13149;p53"/>
            <p:cNvSpPr/>
            <p:nvPr/>
          </p:nvSpPr>
          <p:spPr>
            <a:xfrm flipH="1">
              <a:off x="7566869" y="2911182"/>
              <a:ext cx="268455" cy="267905"/>
            </a:xfrm>
            <a:custGeom>
              <a:avLst/>
              <a:gdLst/>
              <a:ahLst/>
              <a:cxnLst/>
              <a:rect l="l" t="t" r="r" b="b"/>
              <a:pathLst>
                <a:path w="9762" h="9742" fill="none" extrusionOk="0">
                  <a:moveTo>
                    <a:pt x="2860" y="9741"/>
                  </a:moveTo>
                  <a:lnTo>
                    <a:pt x="0" y="6888"/>
                  </a:lnTo>
                  <a:lnTo>
                    <a:pt x="0" y="2854"/>
                  </a:lnTo>
                  <a:lnTo>
                    <a:pt x="2860"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0" name="Google Shape;13150;p53"/>
            <p:cNvSpPr/>
            <p:nvPr/>
          </p:nvSpPr>
          <p:spPr>
            <a:xfrm flipH="1">
              <a:off x="7600196" y="2944569"/>
              <a:ext cx="201795" cy="201135"/>
            </a:xfrm>
            <a:custGeom>
              <a:avLst/>
              <a:gdLst/>
              <a:ahLst/>
              <a:cxnLst/>
              <a:rect l="l" t="t" r="r" b="b"/>
              <a:pathLst>
                <a:path w="7338" h="7314" fill="none" extrusionOk="0">
                  <a:moveTo>
                    <a:pt x="2149" y="7313"/>
                  </a:moveTo>
                  <a:lnTo>
                    <a:pt x="0" y="5171"/>
                  </a:lnTo>
                  <a:lnTo>
                    <a:pt x="0" y="2142"/>
                  </a:lnTo>
                  <a:lnTo>
                    <a:pt x="2149"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1" name="Google Shape;13151;p53"/>
            <p:cNvSpPr/>
            <p:nvPr/>
          </p:nvSpPr>
          <p:spPr>
            <a:xfrm flipH="1">
              <a:off x="7633524" y="2977956"/>
              <a:ext cx="135135" cy="134420"/>
            </a:xfrm>
            <a:custGeom>
              <a:avLst/>
              <a:gdLst/>
              <a:ahLst/>
              <a:cxnLst/>
              <a:rect l="l" t="t" r="r" b="b"/>
              <a:pathLst>
                <a:path w="4914" h="4888" fill="none" extrusionOk="0">
                  <a:moveTo>
                    <a:pt x="1439" y="4887"/>
                  </a:moveTo>
                  <a:lnTo>
                    <a:pt x="0" y="3456"/>
                  </a:lnTo>
                  <a:lnTo>
                    <a:pt x="0"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2" name="Google Shape;13152;p53"/>
            <p:cNvSpPr/>
            <p:nvPr/>
          </p:nvSpPr>
          <p:spPr>
            <a:xfrm flipH="1">
              <a:off x="7666824" y="3011289"/>
              <a:ext cx="68530" cy="67705"/>
            </a:xfrm>
            <a:custGeom>
              <a:avLst/>
              <a:gdLst/>
              <a:ahLst/>
              <a:cxnLst/>
              <a:rect l="l" t="t" r="r" b="b"/>
              <a:pathLst>
                <a:path w="2492" h="2462" fill="none" extrusionOk="0">
                  <a:moveTo>
                    <a:pt x="731" y="2461"/>
                  </a:moveTo>
                  <a:lnTo>
                    <a:pt x="0" y="1741"/>
                  </a:lnTo>
                  <a:lnTo>
                    <a:pt x="0" y="723"/>
                  </a:lnTo>
                  <a:lnTo>
                    <a:pt x="731" y="1"/>
                  </a:lnTo>
                  <a:lnTo>
                    <a:pt x="1763" y="1"/>
                  </a:lnTo>
                  <a:lnTo>
                    <a:pt x="2492" y="723"/>
                  </a:lnTo>
                  <a:lnTo>
                    <a:pt x="2492" y="1741"/>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3" name="Google Shape;13153;p53"/>
            <p:cNvSpPr/>
            <p:nvPr/>
          </p:nvSpPr>
          <p:spPr>
            <a:xfrm flipH="1">
              <a:off x="7840184" y="3184193"/>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4" name="Google Shape;13154;p53"/>
            <p:cNvSpPr/>
            <p:nvPr/>
          </p:nvSpPr>
          <p:spPr>
            <a:xfrm flipH="1">
              <a:off x="7873484" y="3217580"/>
              <a:ext cx="601727"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5" name="Google Shape;13155;p53"/>
            <p:cNvSpPr/>
            <p:nvPr/>
          </p:nvSpPr>
          <p:spPr>
            <a:xfrm flipH="1">
              <a:off x="7906839" y="3250968"/>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6" name="Google Shape;13156;p53"/>
            <p:cNvSpPr/>
            <p:nvPr/>
          </p:nvSpPr>
          <p:spPr>
            <a:xfrm flipH="1">
              <a:off x="7940139" y="3284300"/>
              <a:ext cx="468407" cy="468132"/>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7" name="Google Shape;13157;p53"/>
            <p:cNvSpPr/>
            <p:nvPr/>
          </p:nvSpPr>
          <p:spPr>
            <a:xfrm flipH="1">
              <a:off x="7973439" y="3317687"/>
              <a:ext cx="401802"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8" name="Google Shape;13158;p53"/>
            <p:cNvSpPr/>
            <p:nvPr/>
          </p:nvSpPr>
          <p:spPr>
            <a:xfrm flipH="1">
              <a:off x="8006794" y="3351074"/>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9" name="Google Shape;13159;p53"/>
            <p:cNvSpPr/>
            <p:nvPr/>
          </p:nvSpPr>
          <p:spPr>
            <a:xfrm flipH="1">
              <a:off x="8040094" y="3384407"/>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0" name="Google Shape;13160;p53"/>
            <p:cNvSpPr/>
            <p:nvPr/>
          </p:nvSpPr>
          <p:spPr>
            <a:xfrm flipH="1">
              <a:off x="8073395" y="3417822"/>
              <a:ext cx="201877"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1" name="Google Shape;13161;p53"/>
            <p:cNvSpPr/>
            <p:nvPr/>
          </p:nvSpPr>
          <p:spPr>
            <a:xfrm flipH="1">
              <a:off x="8106750" y="3451209"/>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2" name="Google Shape;13162;p53"/>
            <p:cNvSpPr/>
            <p:nvPr/>
          </p:nvSpPr>
          <p:spPr>
            <a:xfrm flipH="1">
              <a:off x="8140050" y="3484569"/>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3" name="Google Shape;13163;p53"/>
            <p:cNvSpPr/>
            <p:nvPr/>
          </p:nvSpPr>
          <p:spPr>
            <a:xfrm flipH="1">
              <a:off x="7366958" y="3657418"/>
              <a:ext cx="668305" cy="668360"/>
            </a:xfrm>
            <a:custGeom>
              <a:avLst/>
              <a:gdLst/>
              <a:ahLst/>
              <a:cxnLst/>
              <a:rect l="l" t="t" r="r" b="b"/>
              <a:pathLst>
                <a:path w="24302" h="24304" fill="none" extrusionOk="0">
                  <a:moveTo>
                    <a:pt x="7117" y="24304"/>
                  </a:moveTo>
                  <a:lnTo>
                    <a:pt x="0" y="17185"/>
                  </a:lnTo>
                  <a:lnTo>
                    <a:pt x="0" y="7118"/>
                  </a:lnTo>
                  <a:lnTo>
                    <a:pt x="7117" y="1"/>
                  </a:lnTo>
                  <a:lnTo>
                    <a:pt x="17184" y="1"/>
                  </a:lnTo>
                  <a:lnTo>
                    <a:pt x="24302" y="7118"/>
                  </a:lnTo>
                  <a:lnTo>
                    <a:pt x="24302" y="17185"/>
                  </a:lnTo>
                  <a:lnTo>
                    <a:pt x="17184"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4" name="Google Shape;13164;p53"/>
            <p:cNvSpPr/>
            <p:nvPr/>
          </p:nvSpPr>
          <p:spPr>
            <a:xfrm flipH="1">
              <a:off x="7400285" y="3690833"/>
              <a:ext cx="601673" cy="601563"/>
            </a:xfrm>
            <a:custGeom>
              <a:avLst/>
              <a:gdLst/>
              <a:ahLst/>
              <a:cxnLst/>
              <a:rect l="l" t="t" r="r" b="b"/>
              <a:pathLst>
                <a:path w="21879"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5" name="Google Shape;13165;p53"/>
            <p:cNvSpPr/>
            <p:nvPr/>
          </p:nvSpPr>
          <p:spPr>
            <a:xfrm flipH="1">
              <a:off x="7433586" y="3724193"/>
              <a:ext cx="535040" cy="534820"/>
            </a:xfrm>
            <a:custGeom>
              <a:avLst/>
              <a:gdLst/>
              <a:ahLst/>
              <a:cxnLst/>
              <a:rect l="l" t="t" r="r" b="b"/>
              <a:pathLst>
                <a:path w="19456" h="19448" fill="none" extrusionOk="0">
                  <a:moveTo>
                    <a:pt x="5699" y="19448"/>
                  </a:moveTo>
                  <a:lnTo>
                    <a:pt x="0" y="13752"/>
                  </a:lnTo>
                  <a:lnTo>
                    <a:pt x="0" y="5696"/>
                  </a:lnTo>
                  <a:lnTo>
                    <a:pt x="5699" y="0"/>
                  </a:lnTo>
                  <a:lnTo>
                    <a:pt x="13758" y="0"/>
                  </a:lnTo>
                  <a:lnTo>
                    <a:pt x="19456" y="5696"/>
                  </a:lnTo>
                  <a:lnTo>
                    <a:pt x="19456" y="13752"/>
                  </a:lnTo>
                  <a:lnTo>
                    <a:pt x="13758"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6" name="Google Shape;13166;p53"/>
            <p:cNvSpPr/>
            <p:nvPr/>
          </p:nvSpPr>
          <p:spPr>
            <a:xfrm flipH="1">
              <a:off x="7466913" y="3757552"/>
              <a:ext cx="468380" cy="468132"/>
            </a:xfrm>
            <a:custGeom>
              <a:avLst/>
              <a:gdLst/>
              <a:ahLst/>
              <a:cxnLst/>
              <a:rect l="l" t="t" r="r" b="b"/>
              <a:pathLst>
                <a:path w="17032"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7" name="Google Shape;13167;p53"/>
            <p:cNvSpPr/>
            <p:nvPr/>
          </p:nvSpPr>
          <p:spPr>
            <a:xfrm flipH="1">
              <a:off x="7500241" y="3790940"/>
              <a:ext cx="401748" cy="401363"/>
            </a:xfrm>
            <a:custGeom>
              <a:avLst/>
              <a:gdLst/>
              <a:ahLst/>
              <a:cxnLst/>
              <a:rect l="l" t="t" r="r" b="b"/>
              <a:pathLst>
                <a:path w="14609" h="14595" fill="none" extrusionOk="0">
                  <a:moveTo>
                    <a:pt x="4280" y="14594"/>
                  </a:moveTo>
                  <a:lnTo>
                    <a:pt x="0" y="10319"/>
                  </a:lnTo>
                  <a:lnTo>
                    <a:pt x="0" y="4275"/>
                  </a:lnTo>
                  <a:lnTo>
                    <a:pt x="4280" y="0"/>
                  </a:lnTo>
                  <a:lnTo>
                    <a:pt x="10330" y="0"/>
                  </a:lnTo>
                  <a:lnTo>
                    <a:pt x="14609" y="4275"/>
                  </a:lnTo>
                  <a:lnTo>
                    <a:pt x="14609" y="10319"/>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8" name="Google Shape;13168;p53"/>
            <p:cNvSpPr/>
            <p:nvPr/>
          </p:nvSpPr>
          <p:spPr>
            <a:xfrm flipH="1">
              <a:off x="7533568" y="3824300"/>
              <a:ext cx="335060" cy="334620"/>
            </a:xfrm>
            <a:custGeom>
              <a:avLst/>
              <a:gdLst/>
              <a:ahLst/>
              <a:cxnLst/>
              <a:rect l="l" t="t" r="r" b="b"/>
              <a:pathLst>
                <a:path w="12184" h="12168" fill="none" extrusionOk="0">
                  <a:moveTo>
                    <a:pt x="3568" y="12167"/>
                  </a:moveTo>
                  <a:lnTo>
                    <a:pt x="0" y="8604"/>
                  </a:lnTo>
                  <a:lnTo>
                    <a:pt x="0" y="3565"/>
                  </a:lnTo>
                  <a:lnTo>
                    <a:pt x="3568" y="0"/>
                  </a:lnTo>
                  <a:lnTo>
                    <a:pt x="8616" y="0"/>
                  </a:lnTo>
                  <a:lnTo>
                    <a:pt x="12184" y="3565"/>
                  </a:lnTo>
                  <a:lnTo>
                    <a:pt x="12184"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9" name="Google Shape;13169;p53"/>
            <p:cNvSpPr/>
            <p:nvPr/>
          </p:nvSpPr>
          <p:spPr>
            <a:xfrm flipH="1">
              <a:off x="7566869" y="3857687"/>
              <a:ext cx="268455" cy="267905"/>
            </a:xfrm>
            <a:custGeom>
              <a:avLst/>
              <a:gdLst/>
              <a:ahLst/>
              <a:cxnLst/>
              <a:rect l="l" t="t" r="r" b="b"/>
              <a:pathLst>
                <a:path w="9762" h="9742" fill="none" extrusionOk="0">
                  <a:moveTo>
                    <a:pt x="2860" y="9741"/>
                  </a:moveTo>
                  <a:lnTo>
                    <a:pt x="0" y="6888"/>
                  </a:lnTo>
                  <a:lnTo>
                    <a:pt x="0" y="2853"/>
                  </a:lnTo>
                  <a:lnTo>
                    <a:pt x="2860"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0" name="Google Shape;13170;p53"/>
            <p:cNvSpPr/>
            <p:nvPr/>
          </p:nvSpPr>
          <p:spPr>
            <a:xfrm flipH="1">
              <a:off x="7600196" y="3891047"/>
              <a:ext cx="201795" cy="201163"/>
            </a:xfrm>
            <a:custGeom>
              <a:avLst/>
              <a:gdLst/>
              <a:ahLst/>
              <a:cxnLst/>
              <a:rect l="l" t="t" r="r" b="b"/>
              <a:pathLst>
                <a:path w="7338" h="7315" fill="none" extrusionOk="0">
                  <a:moveTo>
                    <a:pt x="2149" y="7314"/>
                  </a:moveTo>
                  <a:lnTo>
                    <a:pt x="0" y="5172"/>
                  </a:lnTo>
                  <a:lnTo>
                    <a:pt x="0" y="2142"/>
                  </a:lnTo>
                  <a:lnTo>
                    <a:pt x="2149"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1" name="Google Shape;13171;p53"/>
            <p:cNvSpPr/>
            <p:nvPr/>
          </p:nvSpPr>
          <p:spPr>
            <a:xfrm flipH="1">
              <a:off x="7633524" y="3924406"/>
              <a:ext cx="135135" cy="134420"/>
            </a:xfrm>
            <a:custGeom>
              <a:avLst/>
              <a:gdLst/>
              <a:ahLst/>
              <a:cxnLst/>
              <a:rect l="l" t="t" r="r" b="b"/>
              <a:pathLst>
                <a:path w="4914" h="4888" fill="none" extrusionOk="0">
                  <a:moveTo>
                    <a:pt x="1439" y="4887"/>
                  </a:moveTo>
                  <a:lnTo>
                    <a:pt x="0" y="3457"/>
                  </a:lnTo>
                  <a:lnTo>
                    <a:pt x="0"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2" name="Google Shape;13172;p53"/>
            <p:cNvSpPr/>
            <p:nvPr/>
          </p:nvSpPr>
          <p:spPr>
            <a:xfrm flipH="1">
              <a:off x="7666824" y="3957794"/>
              <a:ext cx="68530" cy="67705"/>
            </a:xfrm>
            <a:custGeom>
              <a:avLst/>
              <a:gdLst/>
              <a:ahLst/>
              <a:cxnLst/>
              <a:rect l="l" t="t" r="r" b="b"/>
              <a:pathLst>
                <a:path w="2492" h="2462" fill="none" extrusionOk="0">
                  <a:moveTo>
                    <a:pt x="731" y="2461"/>
                  </a:moveTo>
                  <a:lnTo>
                    <a:pt x="0" y="1739"/>
                  </a:lnTo>
                  <a:lnTo>
                    <a:pt x="0" y="721"/>
                  </a:lnTo>
                  <a:lnTo>
                    <a:pt x="731" y="1"/>
                  </a:lnTo>
                  <a:lnTo>
                    <a:pt x="1763" y="1"/>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3" name="Google Shape;13173;p53"/>
            <p:cNvSpPr/>
            <p:nvPr/>
          </p:nvSpPr>
          <p:spPr>
            <a:xfrm flipH="1">
              <a:off x="7840184" y="4130698"/>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4" name="Google Shape;13174;p53"/>
            <p:cNvSpPr/>
            <p:nvPr/>
          </p:nvSpPr>
          <p:spPr>
            <a:xfrm flipH="1">
              <a:off x="7873484" y="4164030"/>
              <a:ext cx="601727"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5" name="Google Shape;13175;p53"/>
            <p:cNvSpPr/>
            <p:nvPr/>
          </p:nvSpPr>
          <p:spPr>
            <a:xfrm flipH="1">
              <a:off x="7906839" y="4197418"/>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6" name="Google Shape;13176;p53"/>
            <p:cNvSpPr/>
            <p:nvPr/>
          </p:nvSpPr>
          <p:spPr>
            <a:xfrm flipH="1">
              <a:off x="7940139" y="4230805"/>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7" name="Google Shape;13177;p53"/>
            <p:cNvSpPr/>
            <p:nvPr/>
          </p:nvSpPr>
          <p:spPr>
            <a:xfrm flipH="1">
              <a:off x="7973439" y="4264137"/>
              <a:ext cx="401802"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8" name="Google Shape;13178;p53"/>
            <p:cNvSpPr/>
            <p:nvPr/>
          </p:nvSpPr>
          <p:spPr>
            <a:xfrm flipH="1">
              <a:off x="8006794" y="4297525"/>
              <a:ext cx="335088" cy="334647"/>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9" name="Google Shape;13179;p53"/>
            <p:cNvSpPr/>
            <p:nvPr/>
          </p:nvSpPr>
          <p:spPr>
            <a:xfrm flipH="1">
              <a:off x="8040094" y="4330939"/>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0" name="Google Shape;13180;p53"/>
            <p:cNvSpPr/>
            <p:nvPr/>
          </p:nvSpPr>
          <p:spPr>
            <a:xfrm flipH="1">
              <a:off x="8073450" y="4364327"/>
              <a:ext cx="201823"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1" name="Google Shape;13181;p53"/>
            <p:cNvSpPr/>
            <p:nvPr/>
          </p:nvSpPr>
          <p:spPr>
            <a:xfrm flipH="1">
              <a:off x="8106750" y="4397659"/>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2" name="Google Shape;13182;p53"/>
            <p:cNvSpPr/>
            <p:nvPr/>
          </p:nvSpPr>
          <p:spPr>
            <a:xfrm flipH="1">
              <a:off x="8140050" y="4431046"/>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3" name="Google Shape;13183;p53"/>
            <p:cNvSpPr/>
            <p:nvPr/>
          </p:nvSpPr>
          <p:spPr>
            <a:xfrm flipH="1">
              <a:off x="5944487" y="344463"/>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4" name="Google Shape;13184;p53"/>
            <p:cNvSpPr/>
            <p:nvPr/>
          </p:nvSpPr>
          <p:spPr>
            <a:xfrm flipH="1">
              <a:off x="5977787" y="377850"/>
              <a:ext cx="601728"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5" name="Google Shape;13185;p53"/>
            <p:cNvSpPr/>
            <p:nvPr/>
          </p:nvSpPr>
          <p:spPr>
            <a:xfrm flipH="1">
              <a:off x="6011143" y="411237"/>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6" name="Google Shape;13186;p53"/>
            <p:cNvSpPr/>
            <p:nvPr/>
          </p:nvSpPr>
          <p:spPr>
            <a:xfrm flipH="1">
              <a:off x="6044443" y="444570"/>
              <a:ext cx="468407" cy="468133"/>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7" name="Google Shape;13187;p53"/>
            <p:cNvSpPr/>
            <p:nvPr/>
          </p:nvSpPr>
          <p:spPr>
            <a:xfrm flipH="1">
              <a:off x="6077743" y="477957"/>
              <a:ext cx="401803"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8" name="Google Shape;13188;p53"/>
            <p:cNvSpPr/>
            <p:nvPr/>
          </p:nvSpPr>
          <p:spPr>
            <a:xfrm flipH="1">
              <a:off x="6111098" y="511344"/>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9" name="Google Shape;13189;p53"/>
            <p:cNvSpPr/>
            <p:nvPr/>
          </p:nvSpPr>
          <p:spPr>
            <a:xfrm flipH="1">
              <a:off x="6144398" y="544677"/>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0" name="Google Shape;13190;p53"/>
            <p:cNvSpPr/>
            <p:nvPr/>
          </p:nvSpPr>
          <p:spPr>
            <a:xfrm flipH="1">
              <a:off x="6177698" y="578091"/>
              <a:ext cx="201878"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1" name="Google Shape;13191;p53"/>
            <p:cNvSpPr/>
            <p:nvPr/>
          </p:nvSpPr>
          <p:spPr>
            <a:xfrm flipH="1">
              <a:off x="6211053" y="611479"/>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2" name="Google Shape;13192;p53"/>
            <p:cNvSpPr/>
            <p:nvPr/>
          </p:nvSpPr>
          <p:spPr>
            <a:xfrm flipH="1">
              <a:off x="6244354" y="644838"/>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3" name="Google Shape;13193;p53"/>
            <p:cNvSpPr/>
            <p:nvPr/>
          </p:nvSpPr>
          <p:spPr>
            <a:xfrm flipH="1">
              <a:off x="5944487" y="1290968"/>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4" name="Google Shape;13194;p53"/>
            <p:cNvSpPr/>
            <p:nvPr/>
          </p:nvSpPr>
          <p:spPr>
            <a:xfrm flipH="1">
              <a:off x="5977787" y="1324300"/>
              <a:ext cx="601728" cy="601617"/>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5" name="Google Shape;13195;p53"/>
            <p:cNvSpPr/>
            <p:nvPr/>
          </p:nvSpPr>
          <p:spPr>
            <a:xfrm flipH="1">
              <a:off x="6011143" y="1357688"/>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6" name="Google Shape;13196;p53"/>
            <p:cNvSpPr/>
            <p:nvPr/>
          </p:nvSpPr>
          <p:spPr>
            <a:xfrm flipH="1">
              <a:off x="6044443" y="1391075"/>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7" name="Google Shape;13197;p53"/>
            <p:cNvSpPr/>
            <p:nvPr/>
          </p:nvSpPr>
          <p:spPr>
            <a:xfrm flipH="1">
              <a:off x="6077743" y="1424407"/>
              <a:ext cx="401803"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8" name="Google Shape;13198;p53"/>
            <p:cNvSpPr/>
            <p:nvPr/>
          </p:nvSpPr>
          <p:spPr>
            <a:xfrm flipH="1">
              <a:off x="6111098" y="1457794"/>
              <a:ext cx="335088" cy="334648"/>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9" name="Google Shape;13199;p53"/>
            <p:cNvSpPr/>
            <p:nvPr/>
          </p:nvSpPr>
          <p:spPr>
            <a:xfrm flipH="1">
              <a:off x="6144398" y="1491209"/>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0" name="Google Shape;13200;p53"/>
            <p:cNvSpPr/>
            <p:nvPr/>
          </p:nvSpPr>
          <p:spPr>
            <a:xfrm flipH="1">
              <a:off x="6177753" y="1524597"/>
              <a:ext cx="201822"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1" name="Google Shape;13201;p53"/>
            <p:cNvSpPr/>
            <p:nvPr/>
          </p:nvSpPr>
          <p:spPr>
            <a:xfrm flipH="1">
              <a:off x="6211053" y="1557929"/>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2" name="Google Shape;13202;p53"/>
            <p:cNvSpPr/>
            <p:nvPr/>
          </p:nvSpPr>
          <p:spPr>
            <a:xfrm flipH="1">
              <a:off x="6244354" y="1591316"/>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3" name="Google Shape;13203;p53"/>
            <p:cNvSpPr/>
            <p:nvPr/>
          </p:nvSpPr>
          <p:spPr>
            <a:xfrm flipH="1">
              <a:off x="6419281" y="817688"/>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4" name="Google Shape;13204;p53"/>
            <p:cNvSpPr/>
            <p:nvPr/>
          </p:nvSpPr>
          <p:spPr>
            <a:xfrm flipH="1">
              <a:off x="6452581" y="851103"/>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5" name="Google Shape;13205;p53"/>
            <p:cNvSpPr/>
            <p:nvPr/>
          </p:nvSpPr>
          <p:spPr>
            <a:xfrm flipH="1">
              <a:off x="6485936" y="884462"/>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6" name="Google Shape;13206;p53"/>
            <p:cNvSpPr/>
            <p:nvPr/>
          </p:nvSpPr>
          <p:spPr>
            <a:xfrm flipH="1">
              <a:off x="6519236" y="917822"/>
              <a:ext cx="468407" cy="468133"/>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7" name="Google Shape;13207;p53"/>
            <p:cNvSpPr/>
            <p:nvPr/>
          </p:nvSpPr>
          <p:spPr>
            <a:xfrm flipH="1">
              <a:off x="6552536" y="951210"/>
              <a:ext cx="401803"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8" name="Google Shape;13208;p53"/>
            <p:cNvSpPr/>
            <p:nvPr/>
          </p:nvSpPr>
          <p:spPr>
            <a:xfrm flipH="1">
              <a:off x="6585919" y="984569"/>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9" name="Google Shape;13209;p53"/>
            <p:cNvSpPr/>
            <p:nvPr/>
          </p:nvSpPr>
          <p:spPr>
            <a:xfrm flipH="1">
              <a:off x="6619219" y="1017957"/>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0" name="Google Shape;13210;p53"/>
            <p:cNvSpPr/>
            <p:nvPr/>
          </p:nvSpPr>
          <p:spPr>
            <a:xfrm flipH="1">
              <a:off x="6652547" y="1051316"/>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1" name="Google Shape;13211;p53"/>
            <p:cNvSpPr/>
            <p:nvPr/>
          </p:nvSpPr>
          <p:spPr>
            <a:xfrm flipH="1">
              <a:off x="6685874" y="1084676"/>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2" name="Google Shape;13212;p53"/>
            <p:cNvSpPr/>
            <p:nvPr/>
          </p:nvSpPr>
          <p:spPr>
            <a:xfrm flipH="1">
              <a:off x="6719175" y="1118064"/>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3" name="Google Shape;13213;p53"/>
            <p:cNvSpPr/>
            <p:nvPr/>
          </p:nvSpPr>
          <p:spPr>
            <a:xfrm flipH="1">
              <a:off x="6419281" y="1764193"/>
              <a:ext cx="668332" cy="668305"/>
            </a:xfrm>
            <a:custGeom>
              <a:avLst/>
              <a:gdLst/>
              <a:ahLst/>
              <a:cxnLst/>
              <a:rect l="l" t="t" r="r" b="b"/>
              <a:pathLst>
                <a:path w="24303" h="24302" fill="none" extrusionOk="0">
                  <a:moveTo>
                    <a:pt x="7118" y="24302"/>
                  </a:moveTo>
                  <a:lnTo>
                    <a:pt x="0" y="17185"/>
                  </a:lnTo>
                  <a:lnTo>
                    <a:pt x="0" y="7118"/>
                  </a:lnTo>
                  <a:lnTo>
                    <a:pt x="7118" y="1"/>
                  </a:lnTo>
                  <a:lnTo>
                    <a:pt x="17185" y="1"/>
                  </a:lnTo>
                  <a:lnTo>
                    <a:pt x="24302" y="7118"/>
                  </a:lnTo>
                  <a:lnTo>
                    <a:pt x="24302" y="17185"/>
                  </a:lnTo>
                  <a:lnTo>
                    <a:pt x="17185"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4" name="Google Shape;13214;p53"/>
            <p:cNvSpPr/>
            <p:nvPr/>
          </p:nvSpPr>
          <p:spPr>
            <a:xfrm flipH="1">
              <a:off x="6452581" y="1797580"/>
              <a:ext cx="601700" cy="601563"/>
            </a:xfrm>
            <a:custGeom>
              <a:avLst/>
              <a:gdLst/>
              <a:ahLst/>
              <a:cxnLst/>
              <a:rect l="l" t="t" r="r" b="b"/>
              <a:pathLst>
                <a:path w="21880" h="21875" fill="none" extrusionOk="0">
                  <a:moveTo>
                    <a:pt x="6408" y="21875"/>
                  </a:moveTo>
                  <a:lnTo>
                    <a:pt x="0" y="15467"/>
                  </a:lnTo>
                  <a:lnTo>
                    <a:pt x="0" y="6407"/>
                  </a:lnTo>
                  <a:lnTo>
                    <a:pt x="6408" y="0"/>
                  </a:lnTo>
                  <a:lnTo>
                    <a:pt x="15471" y="0"/>
                  </a:lnTo>
                  <a:lnTo>
                    <a:pt x="21879" y="6407"/>
                  </a:lnTo>
                  <a:lnTo>
                    <a:pt x="21879" y="15467"/>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5" name="Google Shape;13215;p53"/>
            <p:cNvSpPr/>
            <p:nvPr/>
          </p:nvSpPr>
          <p:spPr>
            <a:xfrm flipH="1">
              <a:off x="6485936" y="1830940"/>
              <a:ext cx="535040" cy="534847"/>
            </a:xfrm>
            <a:custGeom>
              <a:avLst/>
              <a:gdLst/>
              <a:ahLst/>
              <a:cxnLst/>
              <a:rect l="l" t="t" r="r" b="b"/>
              <a:pathLst>
                <a:path w="19456" h="19449" fill="none" extrusionOk="0">
                  <a:moveTo>
                    <a:pt x="5699" y="19449"/>
                  </a:moveTo>
                  <a:lnTo>
                    <a:pt x="0" y="13751"/>
                  </a:lnTo>
                  <a:lnTo>
                    <a:pt x="0" y="5697"/>
                  </a:lnTo>
                  <a:lnTo>
                    <a:pt x="5699" y="0"/>
                  </a:lnTo>
                  <a:lnTo>
                    <a:pt x="13757" y="0"/>
                  </a:lnTo>
                  <a:lnTo>
                    <a:pt x="19455" y="5697"/>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6" name="Google Shape;13216;p53"/>
            <p:cNvSpPr/>
            <p:nvPr/>
          </p:nvSpPr>
          <p:spPr>
            <a:xfrm flipH="1">
              <a:off x="6519236" y="1864327"/>
              <a:ext cx="468407" cy="468078"/>
            </a:xfrm>
            <a:custGeom>
              <a:avLst/>
              <a:gdLst/>
              <a:ahLst/>
              <a:cxnLst/>
              <a:rect l="l" t="t" r="r" b="b"/>
              <a:pathLst>
                <a:path w="17033" h="17021" fill="none" extrusionOk="0">
                  <a:moveTo>
                    <a:pt x="4989" y="17021"/>
                  </a:moveTo>
                  <a:lnTo>
                    <a:pt x="0" y="12035"/>
                  </a:lnTo>
                  <a:lnTo>
                    <a:pt x="0" y="4985"/>
                  </a:lnTo>
                  <a:lnTo>
                    <a:pt x="4989" y="0"/>
                  </a:lnTo>
                  <a:lnTo>
                    <a:pt x="12043" y="0"/>
                  </a:lnTo>
                  <a:lnTo>
                    <a:pt x="17032" y="4985"/>
                  </a:lnTo>
                  <a:lnTo>
                    <a:pt x="17032" y="12035"/>
                  </a:lnTo>
                  <a:lnTo>
                    <a:pt x="12043" y="1702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7" name="Google Shape;13217;p53"/>
            <p:cNvSpPr/>
            <p:nvPr/>
          </p:nvSpPr>
          <p:spPr>
            <a:xfrm flipH="1">
              <a:off x="6552536" y="1897687"/>
              <a:ext cx="401803" cy="401335"/>
            </a:xfrm>
            <a:custGeom>
              <a:avLst/>
              <a:gdLst/>
              <a:ahLst/>
              <a:cxnLst/>
              <a:rect l="l" t="t" r="r" b="b"/>
              <a:pathLst>
                <a:path w="14611" h="14594" fill="none" extrusionOk="0">
                  <a:moveTo>
                    <a:pt x="4280" y="14593"/>
                  </a:moveTo>
                  <a:lnTo>
                    <a:pt x="0" y="10319"/>
                  </a:lnTo>
                  <a:lnTo>
                    <a:pt x="0" y="4275"/>
                  </a:lnTo>
                  <a:lnTo>
                    <a:pt x="4280" y="0"/>
                  </a:lnTo>
                  <a:lnTo>
                    <a:pt x="10331" y="0"/>
                  </a:lnTo>
                  <a:lnTo>
                    <a:pt x="14610" y="4275"/>
                  </a:lnTo>
                  <a:lnTo>
                    <a:pt x="14610" y="10319"/>
                  </a:lnTo>
                  <a:lnTo>
                    <a:pt x="10331" y="1459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8" name="Google Shape;13218;p53"/>
            <p:cNvSpPr/>
            <p:nvPr/>
          </p:nvSpPr>
          <p:spPr>
            <a:xfrm flipH="1">
              <a:off x="6585919" y="1931047"/>
              <a:ext cx="335088" cy="334648"/>
            </a:xfrm>
            <a:custGeom>
              <a:avLst/>
              <a:gdLst/>
              <a:ahLst/>
              <a:cxnLst/>
              <a:rect l="l" t="t" r="r" b="b"/>
              <a:pathLst>
                <a:path w="12185" h="12169" fill="none" extrusionOk="0">
                  <a:moveTo>
                    <a:pt x="3569" y="12168"/>
                  </a:moveTo>
                  <a:lnTo>
                    <a:pt x="0" y="8605"/>
                  </a:lnTo>
                  <a:lnTo>
                    <a:pt x="0" y="3564"/>
                  </a:lnTo>
                  <a:lnTo>
                    <a:pt x="3569" y="0"/>
                  </a:lnTo>
                  <a:lnTo>
                    <a:pt x="8616" y="0"/>
                  </a:lnTo>
                  <a:lnTo>
                    <a:pt x="12185" y="3564"/>
                  </a:lnTo>
                  <a:lnTo>
                    <a:pt x="12185" y="8605"/>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9" name="Google Shape;13219;p53"/>
            <p:cNvSpPr/>
            <p:nvPr/>
          </p:nvSpPr>
          <p:spPr>
            <a:xfrm flipH="1">
              <a:off x="6619219" y="1964434"/>
              <a:ext cx="268455" cy="267878"/>
            </a:xfrm>
            <a:custGeom>
              <a:avLst/>
              <a:gdLst/>
              <a:ahLst/>
              <a:cxnLst/>
              <a:rect l="l" t="t" r="r" b="b"/>
              <a:pathLst>
                <a:path w="9762" h="9741" fill="none" extrusionOk="0">
                  <a:moveTo>
                    <a:pt x="2859" y="9740"/>
                  </a:moveTo>
                  <a:lnTo>
                    <a:pt x="1" y="6888"/>
                  </a:lnTo>
                  <a:lnTo>
                    <a:pt x="1" y="2853"/>
                  </a:lnTo>
                  <a:lnTo>
                    <a:pt x="2859" y="1"/>
                  </a:lnTo>
                  <a:lnTo>
                    <a:pt x="6903" y="1"/>
                  </a:lnTo>
                  <a:lnTo>
                    <a:pt x="9762" y="2853"/>
                  </a:lnTo>
                  <a:lnTo>
                    <a:pt x="9762" y="6888"/>
                  </a:lnTo>
                  <a:lnTo>
                    <a:pt x="6903" y="974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0" name="Google Shape;13220;p53"/>
            <p:cNvSpPr/>
            <p:nvPr/>
          </p:nvSpPr>
          <p:spPr>
            <a:xfrm flipH="1">
              <a:off x="6652547" y="1997794"/>
              <a:ext cx="201795" cy="201163"/>
            </a:xfrm>
            <a:custGeom>
              <a:avLst/>
              <a:gdLst/>
              <a:ahLst/>
              <a:cxnLst/>
              <a:rect l="l" t="t" r="r" b="b"/>
              <a:pathLst>
                <a:path w="7338" h="7315" fill="none" extrusionOk="0">
                  <a:moveTo>
                    <a:pt x="2150" y="7314"/>
                  </a:moveTo>
                  <a:lnTo>
                    <a:pt x="1" y="5171"/>
                  </a:lnTo>
                  <a:lnTo>
                    <a:pt x="1" y="2143"/>
                  </a:lnTo>
                  <a:lnTo>
                    <a:pt x="2150" y="1"/>
                  </a:lnTo>
                  <a:lnTo>
                    <a:pt x="5189" y="1"/>
                  </a:lnTo>
                  <a:lnTo>
                    <a:pt x="7338" y="2143"/>
                  </a:lnTo>
                  <a:lnTo>
                    <a:pt x="7338" y="5171"/>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1" name="Google Shape;13221;p53"/>
            <p:cNvSpPr/>
            <p:nvPr/>
          </p:nvSpPr>
          <p:spPr>
            <a:xfrm flipH="1">
              <a:off x="6685874" y="2031154"/>
              <a:ext cx="135163" cy="134447"/>
            </a:xfrm>
            <a:custGeom>
              <a:avLst/>
              <a:gdLst/>
              <a:ahLst/>
              <a:cxnLst/>
              <a:rect l="l" t="t" r="r" b="b"/>
              <a:pathLst>
                <a:path w="4915" h="4889" fill="none" extrusionOk="0">
                  <a:moveTo>
                    <a:pt x="1440" y="4888"/>
                  </a:moveTo>
                  <a:lnTo>
                    <a:pt x="1" y="3456"/>
                  </a:lnTo>
                  <a:lnTo>
                    <a:pt x="1" y="1433"/>
                  </a:lnTo>
                  <a:lnTo>
                    <a:pt x="1440" y="1"/>
                  </a:lnTo>
                  <a:lnTo>
                    <a:pt x="3476" y="1"/>
                  </a:lnTo>
                  <a:lnTo>
                    <a:pt x="4915" y="1433"/>
                  </a:lnTo>
                  <a:lnTo>
                    <a:pt x="4915" y="3456"/>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2" name="Google Shape;13222;p53"/>
            <p:cNvSpPr/>
            <p:nvPr/>
          </p:nvSpPr>
          <p:spPr>
            <a:xfrm flipH="1">
              <a:off x="6719175" y="2064541"/>
              <a:ext cx="68530" cy="67678"/>
            </a:xfrm>
            <a:custGeom>
              <a:avLst/>
              <a:gdLst/>
              <a:ahLst/>
              <a:cxnLst/>
              <a:rect l="l" t="t" r="r" b="b"/>
              <a:pathLst>
                <a:path w="2492" h="2461" fill="none" extrusionOk="0">
                  <a:moveTo>
                    <a:pt x="730" y="2460"/>
                  </a:moveTo>
                  <a:lnTo>
                    <a:pt x="1" y="1739"/>
                  </a:lnTo>
                  <a:lnTo>
                    <a:pt x="1" y="721"/>
                  </a:lnTo>
                  <a:lnTo>
                    <a:pt x="730" y="1"/>
                  </a:lnTo>
                  <a:lnTo>
                    <a:pt x="1762" y="1"/>
                  </a:lnTo>
                  <a:lnTo>
                    <a:pt x="2492" y="721"/>
                  </a:lnTo>
                  <a:lnTo>
                    <a:pt x="2492" y="1739"/>
                  </a:lnTo>
                  <a:lnTo>
                    <a:pt x="1762"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3" name="Google Shape;13223;p53"/>
            <p:cNvSpPr/>
            <p:nvPr/>
          </p:nvSpPr>
          <p:spPr>
            <a:xfrm flipH="1">
              <a:off x="5944487" y="2237418"/>
              <a:ext cx="668332" cy="668333"/>
            </a:xfrm>
            <a:custGeom>
              <a:avLst/>
              <a:gdLst/>
              <a:ahLst/>
              <a:cxnLst/>
              <a:rect l="l" t="t" r="r" b="b"/>
              <a:pathLst>
                <a:path w="24303" h="24303" fill="none" extrusionOk="0">
                  <a:moveTo>
                    <a:pt x="7119" y="24302"/>
                  </a:moveTo>
                  <a:lnTo>
                    <a:pt x="1" y="17184"/>
                  </a:lnTo>
                  <a:lnTo>
                    <a:pt x="1" y="7119"/>
                  </a:lnTo>
                  <a:lnTo>
                    <a:pt x="7119" y="0"/>
                  </a:lnTo>
                  <a:lnTo>
                    <a:pt x="17184" y="0"/>
                  </a:lnTo>
                  <a:lnTo>
                    <a:pt x="24303" y="7119"/>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4" name="Google Shape;13224;p53"/>
            <p:cNvSpPr/>
            <p:nvPr/>
          </p:nvSpPr>
          <p:spPr>
            <a:xfrm flipH="1">
              <a:off x="5977787" y="2270805"/>
              <a:ext cx="601728" cy="601563"/>
            </a:xfrm>
            <a:custGeom>
              <a:avLst/>
              <a:gdLst/>
              <a:ahLst/>
              <a:cxnLst/>
              <a:rect l="l" t="t" r="r" b="b"/>
              <a:pathLst>
                <a:path w="21881" h="21875" fill="none" extrusionOk="0">
                  <a:moveTo>
                    <a:pt x="6409" y="21874"/>
                  </a:moveTo>
                  <a:lnTo>
                    <a:pt x="1" y="15468"/>
                  </a:lnTo>
                  <a:lnTo>
                    <a:pt x="1" y="6407"/>
                  </a:lnTo>
                  <a:lnTo>
                    <a:pt x="6409" y="1"/>
                  </a:lnTo>
                  <a:lnTo>
                    <a:pt x="15472" y="1"/>
                  </a:lnTo>
                  <a:lnTo>
                    <a:pt x="21880" y="6407"/>
                  </a:lnTo>
                  <a:lnTo>
                    <a:pt x="21880" y="15468"/>
                  </a:lnTo>
                  <a:lnTo>
                    <a:pt x="15472"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5" name="Google Shape;13225;p53"/>
            <p:cNvSpPr/>
            <p:nvPr/>
          </p:nvSpPr>
          <p:spPr>
            <a:xfrm flipH="1">
              <a:off x="6011143" y="2304165"/>
              <a:ext cx="535040" cy="534875"/>
            </a:xfrm>
            <a:custGeom>
              <a:avLst/>
              <a:gdLst/>
              <a:ahLst/>
              <a:cxnLst/>
              <a:rect l="l" t="t" r="r" b="b"/>
              <a:pathLst>
                <a:path w="19456" h="19450" fill="none" extrusionOk="0">
                  <a:moveTo>
                    <a:pt x="5699" y="19449"/>
                  </a:moveTo>
                  <a:lnTo>
                    <a:pt x="1" y="13752"/>
                  </a:lnTo>
                  <a:lnTo>
                    <a:pt x="1" y="5697"/>
                  </a:lnTo>
                  <a:lnTo>
                    <a:pt x="5699" y="1"/>
                  </a:lnTo>
                  <a:lnTo>
                    <a:pt x="13757" y="1"/>
                  </a:lnTo>
                  <a:lnTo>
                    <a:pt x="19455" y="5697"/>
                  </a:lnTo>
                  <a:lnTo>
                    <a:pt x="19455"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6" name="Google Shape;13226;p53"/>
            <p:cNvSpPr/>
            <p:nvPr/>
          </p:nvSpPr>
          <p:spPr>
            <a:xfrm flipH="1">
              <a:off x="6044443" y="2337525"/>
              <a:ext cx="468407" cy="468133"/>
            </a:xfrm>
            <a:custGeom>
              <a:avLst/>
              <a:gdLst/>
              <a:ahLst/>
              <a:cxnLst/>
              <a:rect l="l" t="t" r="r" b="b"/>
              <a:pathLst>
                <a:path w="17033" h="17023" fill="none" extrusionOk="0">
                  <a:moveTo>
                    <a:pt x="4990" y="17022"/>
                  </a:moveTo>
                  <a:lnTo>
                    <a:pt x="1" y="12036"/>
                  </a:lnTo>
                  <a:lnTo>
                    <a:pt x="1" y="4985"/>
                  </a:lnTo>
                  <a:lnTo>
                    <a:pt x="4990" y="1"/>
                  </a:lnTo>
                  <a:lnTo>
                    <a:pt x="12044" y="1"/>
                  </a:lnTo>
                  <a:lnTo>
                    <a:pt x="17032" y="4985"/>
                  </a:lnTo>
                  <a:lnTo>
                    <a:pt x="17032" y="12036"/>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7" name="Google Shape;13227;p53"/>
            <p:cNvSpPr/>
            <p:nvPr/>
          </p:nvSpPr>
          <p:spPr>
            <a:xfrm flipH="1">
              <a:off x="6077798" y="2370912"/>
              <a:ext cx="401747" cy="401335"/>
            </a:xfrm>
            <a:custGeom>
              <a:avLst/>
              <a:gdLst/>
              <a:ahLst/>
              <a:cxnLst/>
              <a:rect l="l" t="t" r="r" b="b"/>
              <a:pathLst>
                <a:path w="14609" h="14594" fill="none" extrusionOk="0">
                  <a:moveTo>
                    <a:pt x="4280" y="14594"/>
                  </a:moveTo>
                  <a:lnTo>
                    <a:pt x="1" y="10320"/>
                  </a:lnTo>
                  <a:lnTo>
                    <a:pt x="1" y="4275"/>
                  </a:lnTo>
                  <a:lnTo>
                    <a:pt x="4280" y="1"/>
                  </a:lnTo>
                  <a:lnTo>
                    <a:pt x="10331" y="1"/>
                  </a:lnTo>
                  <a:lnTo>
                    <a:pt x="14608" y="4275"/>
                  </a:lnTo>
                  <a:lnTo>
                    <a:pt x="14608" y="10320"/>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8" name="Google Shape;13228;p53"/>
            <p:cNvSpPr/>
            <p:nvPr/>
          </p:nvSpPr>
          <p:spPr>
            <a:xfrm flipH="1">
              <a:off x="6111098" y="2404245"/>
              <a:ext cx="335088" cy="334675"/>
            </a:xfrm>
            <a:custGeom>
              <a:avLst/>
              <a:gdLst/>
              <a:ahLst/>
              <a:cxnLst/>
              <a:rect l="l" t="t" r="r" b="b"/>
              <a:pathLst>
                <a:path w="12185" h="12170" fill="none" extrusionOk="0">
                  <a:moveTo>
                    <a:pt x="3569" y="12170"/>
                  </a:moveTo>
                  <a:lnTo>
                    <a:pt x="1" y="8606"/>
                  </a:lnTo>
                  <a:lnTo>
                    <a:pt x="1" y="3566"/>
                  </a:lnTo>
                  <a:lnTo>
                    <a:pt x="3569"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9" name="Google Shape;13229;p53"/>
            <p:cNvSpPr/>
            <p:nvPr/>
          </p:nvSpPr>
          <p:spPr>
            <a:xfrm flipH="1">
              <a:off x="6144398" y="2437632"/>
              <a:ext cx="268482" cy="267905"/>
            </a:xfrm>
            <a:custGeom>
              <a:avLst/>
              <a:gdLst/>
              <a:ahLst/>
              <a:cxnLst/>
              <a:rect l="l" t="t" r="r" b="b"/>
              <a:pathLst>
                <a:path w="9763" h="9742" fill="none" extrusionOk="0">
                  <a:moveTo>
                    <a:pt x="2859" y="9742"/>
                  </a:moveTo>
                  <a:lnTo>
                    <a:pt x="1" y="6889"/>
                  </a:lnTo>
                  <a:lnTo>
                    <a:pt x="1" y="2854"/>
                  </a:lnTo>
                  <a:lnTo>
                    <a:pt x="2859"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0" name="Google Shape;13230;p53"/>
            <p:cNvSpPr/>
            <p:nvPr/>
          </p:nvSpPr>
          <p:spPr>
            <a:xfrm flipH="1">
              <a:off x="6177753" y="2471047"/>
              <a:ext cx="201822" cy="201108"/>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1" name="Google Shape;13231;p53"/>
            <p:cNvSpPr/>
            <p:nvPr/>
          </p:nvSpPr>
          <p:spPr>
            <a:xfrm flipH="1">
              <a:off x="6211053" y="2504407"/>
              <a:ext cx="135163" cy="134420"/>
            </a:xfrm>
            <a:custGeom>
              <a:avLst/>
              <a:gdLst/>
              <a:ahLst/>
              <a:cxnLst/>
              <a:rect l="l" t="t" r="r" b="b"/>
              <a:pathLst>
                <a:path w="4915" h="4888" fill="none" extrusionOk="0">
                  <a:moveTo>
                    <a:pt x="1439" y="4888"/>
                  </a:moveTo>
                  <a:lnTo>
                    <a:pt x="1" y="3455"/>
                  </a:lnTo>
                  <a:lnTo>
                    <a:pt x="1" y="1432"/>
                  </a:lnTo>
                  <a:lnTo>
                    <a:pt x="1439" y="0"/>
                  </a:lnTo>
                  <a:lnTo>
                    <a:pt x="3476" y="0"/>
                  </a:lnTo>
                  <a:lnTo>
                    <a:pt x="4914" y="1432"/>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2" name="Google Shape;13232;p53"/>
            <p:cNvSpPr/>
            <p:nvPr/>
          </p:nvSpPr>
          <p:spPr>
            <a:xfrm flipH="1">
              <a:off x="6244354" y="2537766"/>
              <a:ext cx="68557" cy="67678"/>
            </a:xfrm>
            <a:custGeom>
              <a:avLst/>
              <a:gdLst/>
              <a:ahLst/>
              <a:cxnLst/>
              <a:rect l="l" t="t" r="r" b="b"/>
              <a:pathLst>
                <a:path w="2493" h="2461" fill="none" extrusionOk="0">
                  <a:moveTo>
                    <a:pt x="730" y="2461"/>
                  </a:moveTo>
                  <a:lnTo>
                    <a:pt x="1" y="1739"/>
                  </a:lnTo>
                  <a:lnTo>
                    <a:pt x="1" y="721"/>
                  </a:lnTo>
                  <a:lnTo>
                    <a:pt x="730" y="0"/>
                  </a:lnTo>
                  <a:lnTo>
                    <a:pt x="1762" y="0"/>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3" name="Google Shape;13233;p53"/>
            <p:cNvSpPr/>
            <p:nvPr/>
          </p:nvSpPr>
          <p:spPr>
            <a:xfrm flipH="1">
              <a:off x="6889894" y="344463"/>
              <a:ext cx="668332"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4" name="Google Shape;13234;p53"/>
            <p:cNvSpPr/>
            <p:nvPr/>
          </p:nvSpPr>
          <p:spPr>
            <a:xfrm flipH="1">
              <a:off x="6923249" y="377850"/>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5" name="Google Shape;13235;p53"/>
            <p:cNvSpPr/>
            <p:nvPr/>
          </p:nvSpPr>
          <p:spPr>
            <a:xfrm flipH="1">
              <a:off x="6956549" y="411237"/>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6" name="Google Shape;13236;p53"/>
            <p:cNvSpPr/>
            <p:nvPr/>
          </p:nvSpPr>
          <p:spPr>
            <a:xfrm flipH="1">
              <a:off x="6989904" y="444570"/>
              <a:ext cx="468352" cy="468133"/>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7" name="Google Shape;13237;p53"/>
            <p:cNvSpPr/>
            <p:nvPr/>
          </p:nvSpPr>
          <p:spPr>
            <a:xfrm flipH="1">
              <a:off x="7023205" y="477957"/>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8" name="Google Shape;13238;p53"/>
            <p:cNvSpPr/>
            <p:nvPr/>
          </p:nvSpPr>
          <p:spPr>
            <a:xfrm flipH="1">
              <a:off x="7056505" y="511344"/>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9" name="Google Shape;13239;p53"/>
            <p:cNvSpPr/>
            <p:nvPr/>
          </p:nvSpPr>
          <p:spPr>
            <a:xfrm flipH="1">
              <a:off x="7089832" y="544677"/>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0" name="Google Shape;13240;p53"/>
            <p:cNvSpPr/>
            <p:nvPr/>
          </p:nvSpPr>
          <p:spPr>
            <a:xfrm flipH="1">
              <a:off x="7123160" y="578091"/>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1" name="Google Shape;13241;p53"/>
            <p:cNvSpPr/>
            <p:nvPr/>
          </p:nvSpPr>
          <p:spPr>
            <a:xfrm flipH="1">
              <a:off x="7156488" y="611479"/>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2" name="Google Shape;13242;p53"/>
            <p:cNvSpPr/>
            <p:nvPr/>
          </p:nvSpPr>
          <p:spPr>
            <a:xfrm flipH="1">
              <a:off x="7189788" y="644838"/>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3" name="Google Shape;13243;p53"/>
            <p:cNvSpPr/>
            <p:nvPr/>
          </p:nvSpPr>
          <p:spPr>
            <a:xfrm flipH="1">
              <a:off x="6889921" y="1290968"/>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4" name="Google Shape;13244;p53"/>
            <p:cNvSpPr/>
            <p:nvPr/>
          </p:nvSpPr>
          <p:spPr>
            <a:xfrm flipH="1">
              <a:off x="6923249" y="1324300"/>
              <a:ext cx="601673" cy="601617"/>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5" name="Google Shape;13245;p53"/>
            <p:cNvSpPr/>
            <p:nvPr/>
          </p:nvSpPr>
          <p:spPr>
            <a:xfrm flipH="1">
              <a:off x="6956549" y="1357688"/>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6" name="Google Shape;13246;p53"/>
            <p:cNvSpPr/>
            <p:nvPr/>
          </p:nvSpPr>
          <p:spPr>
            <a:xfrm flipH="1">
              <a:off x="6989904" y="1391075"/>
              <a:ext cx="468352"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7" name="Google Shape;13247;p53"/>
            <p:cNvSpPr/>
            <p:nvPr/>
          </p:nvSpPr>
          <p:spPr>
            <a:xfrm flipH="1">
              <a:off x="7023205" y="1424407"/>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8" name="Google Shape;13248;p53"/>
            <p:cNvSpPr/>
            <p:nvPr/>
          </p:nvSpPr>
          <p:spPr>
            <a:xfrm flipH="1">
              <a:off x="7056532" y="1457794"/>
              <a:ext cx="335060" cy="334648"/>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9" name="Google Shape;13249;p53"/>
            <p:cNvSpPr/>
            <p:nvPr/>
          </p:nvSpPr>
          <p:spPr>
            <a:xfrm flipH="1">
              <a:off x="7089832" y="1491209"/>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0" name="Google Shape;13250;p53"/>
            <p:cNvSpPr/>
            <p:nvPr/>
          </p:nvSpPr>
          <p:spPr>
            <a:xfrm flipH="1">
              <a:off x="7123160" y="1524597"/>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1" name="Google Shape;13251;p53"/>
            <p:cNvSpPr/>
            <p:nvPr/>
          </p:nvSpPr>
          <p:spPr>
            <a:xfrm flipH="1">
              <a:off x="7156488" y="1557929"/>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2" name="Google Shape;13252;p53"/>
            <p:cNvSpPr/>
            <p:nvPr/>
          </p:nvSpPr>
          <p:spPr>
            <a:xfrm flipH="1">
              <a:off x="7189788" y="1591316"/>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3" name="Google Shape;13253;p53"/>
            <p:cNvSpPr/>
            <p:nvPr/>
          </p:nvSpPr>
          <p:spPr>
            <a:xfrm flipH="1">
              <a:off x="6889921" y="2237418"/>
              <a:ext cx="668305" cy="668333"/>
            </a:xfrm>
            <a:custGeom>
              <a:avLst/>
              <a:gdLst/>
              <a:ahLst/>
              <a:cxnLst/>
              <a:rect l="l" t="t" r="r" b="b"/>
              <a:pathLst>
                <a:path w="24302" h="24303" fill="none" extrusionOk="0">
                  <a:moveTo>
                    <a:pt x="7117" y="24302"/>
                  </a:moveTo>
                  <a:lnTo>
                    <a:pt x="0" y="17184"/>
                  </a:lnTo>
                  <a:lnTo>
                    <a:pt x="0" y="7119"/>
                  </a:lnTo>
                  <a:lnTo>
                    <a:pt x="7117" y="0"/>
                  </a:lnTo>
                  <a:lnTo>
                    <a:pt x="17184" y="0"/>
                  </a:lnTo>
                  <a:lnTo>
                    <a:pt x="24302" y="7119"/>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4" name="Google Shape;13254;p53"/>
            <p:cNvSpPr/>
            <p:nvPr/>
          </p:nvSpPr>
          <p:spPr>
            <a:xfrm flipH="1">
              <a:off x="6923249" y="2270805"/>
              <a:ext cx="601673" cy="601563"/>
            </a:xfrm>
            <a:custGeom>
              <a:avLst/>
              <a:gdLst/>
              <a:ahLst/>
              <a:cxnLst/>
              <a:rect l="l" t="t" r="r" b="b"/>
              <a:pathLst>
                <a:path w="21879" h="21875" fill="none" extrusionOk="0">
                  <a:moveTo>
                    <a:pt x="6408" y="21874"/>
                  </a:moveTo>
                  <a:lnTo>
                    <a:pt x="0" y="15468"/>
                  </a:lnTo>
                  <a:lnTo>
                    <a:pt x="0" y="6407"/>
                  </a:lnTo>
                  <a:lnTo>
                    <a:pt x="6408" y="1"/>
                  </a:lnTo>
                  <a:lnTo>
                    <a:pt x="15471" y="1"/>
                  </a:lnTo>
                  <a:lnTo>
                    <a:pt x="21879" y="6407"/>
                  </a:lnTo>
                  <a:lnTo>
                    <a:pt x="21879" y="15468"/>
                  </a:lnTo>
                  <a:lnTo>
                    <a:pt x="15471" y="2187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5" name="Google Shape;13255;p53"/>
            <p:cNvSpPr/>
            <p:nvPr/>
          </p:nvSpPr>
          <p:spPr>
            <a:xfrm flipH="1">
              <a:off x="6956577" y="2304165"/>
              <a:ext cx="534985" cy="534875"/>
            </a:xfrm>
            <a:custGeom>
              <a:avLst/>
              <a:gdLst/>
              <a:ahLst/>
              <a:cxnLst/>
              <a:rect l="l" t="t" r="r" b="b"/>
              <a:pathLst>
                <a:path w="19454" h="19450" fill="none" extrusionOk="0">
                  <a:moveTo>
                    <a:pt x="5698" y="19449"/>
                  </a:moveTo>
                  <a:lnTo>
                    <a:pt x="0" y="13752"/>
                  </a:lnTo>
                  <a:lnTo>
                    <a:pt x="0" y="5697"/>
                  </a:lnTo>
                  <a:lnTo>
                    <a:pt x="5698" y="1"/>
                  </a:lnTo>
                  <a:lnTo>
                    <a:pt x="13757" y="1"/>
                  </a:lnTo>
                  <a:lnTo>
                    <a:pt x="19454" y="5697"/>
                  </a:lnTo>
                  <a:lnTo>
                    <a:pt x="19454" y="13752"/>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6" name="Google Shape;13256;p53"/>
            <p:cNvSpPr/>
            <p:nvPr/>
          </p:nvSpPr>
          <p:spPr>
            <a:xfrm flipH="1">
              <a:off x="6989904" y="2337525"/>
              <a:ext cx="468352" cy="468133"/>
            </a:xfrm>
            <a:custGeom>
              <a:avLst/>
              <a:gdLst/>
              <a:ahLst/>
              <a:cxnLst/>
              <a:rect l="l" t="t" r="r" b="b"/>
              <a:pathLst>
                <a:path w="17031" h="17023" fill="none" extrusionOk="0">
                  <a:moveTo>
                    <a:pt x="4988" y="17022"/>
                  </a:moveTo>
                  <a:lnTo>
                    <a:pt x="0" y="12036"/>
                  </a:lnTo>
                  <a:lnTo>
                    <a:pt x="0" y="4985"/>
                  </a:lnTo>
                  <a:lnTo>
                    <a:pt x="4988" y="1"/>
                  </a:lnTo>
                  <a:lnTo>
                    <a:pt x="12043" y="1"/>
                  </a:lnTo>
                  <a:lnTo>
                    <a:pt x="17031" y="4985"/>
                  </a:lnTo>
                  <a:lnTo>
                    <a:pt x="17031" y="12036"/>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7" name="Google Shape;13257;p53"/>
            <p:cNvSpPr/>
            <p:nvPr/>
          </p:nvSpPr>
          <p:spPr>
            <a:xfrm flipH="1">
              <a:off x="7023205" y="2370912"/>
              <a:ext cx="401748" cy="401335"/>
            </a:xfrm>
            <a:custGeom>
              <a:avLst/>
              <a:gdLst/>
              <a:ahLst/>
              <a:cxnLst/>
              <a:rect l="l" t="t" r="r" b="b"/>
              <a:pathLst>
                <a:path w="14609" h="14594" fill="none" extrusionOk="0">
                  <a:moveTo>
                    <a:pt x="4279" y="14594"/>
                  </a:moveTo>
                  <a:lnTo>
                    <a:pt x="0" y="10320"/>
                  </a:lnTo>
                  <a:lnTo>
                    <a:pt x="0" y="4275"/>
                  </a:lnTo>
                  <a:lnTo>
                    <a:pt x="4279" y="1"/>
                  </a:lnTo>
                  <a:lnTo>
                    <a:pt x="10330" y="1"/>
                  </a:lnTo>
                  <a:lnTo>
                    <a:pt x="14609" y="4275"/>
                  </a:lnTo>
                  <a:lnTo>
                    <a:pt x="14609" y="10320"/>
                  </a:lnTo>
                  <a:lnTo>
                    <a:pt x="10330"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8" name="Google Shape;13258;p53"/>
            <p:cNvSpPr/>
            <p:nvPr/>
          </p:nvSpPr>
          <p:spPr>
            <a:xfrm flipH="1">
              <a:off x="7056532" y="2404245"/>
              <a:ext cx="335060" cy="334675"/>
            </a:xfrm>
            <a:custGeom>
              <a:avLst/>
              <a:gdLst/>
              <a:ahLst/>
              <a:cxnLst/>
              <a:rect l="l" t="t" r="r" b="b"/>
              <a:pathLst>
                <a:path w="12184" h="12170" fill="none" extrusionOk="0">
                  <a:moveTo>
                    <a:pt x="3568" y="12170"/>
                  </a:moveTo>
                  <a:lnTo>
                    <a:pt x="0" y="8606"/>
                  </a:lnTo>
                  <a:lnTo>
                    <a:pt x="0" y="3566"/>
                  </a:lnTo>
                  <a:lnTo>
                    <a:pt x="3568" y="1"/>
                  </a:lnTo>
                  <a:lnTo>
                    <a:pt x="8616" y="1"/>
                  </a:lnTo>
                  <a:lnTo>
                    <a:pt x="12184" y="3566"/>
                  </a:lnTo>
                  <a:lnTo>
                    <a:pt x="12184" y="8606"/>
                  </a:lnTo>
                  <a:lnTo>
                    <a:pt x="8616" y="1217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9" name="Google Shape;13259;p53"/>
            <p:cNvSpPr/>
            <p:nvPr/>
          </p:nvSpPr>
          <p:spPr>
            <a:xfrm flipH="1">
              <a:off x="7089832" y="2437632"/>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0" name="Google Shape;13260;p53"/>
            <p:cNvSpPr/>
            <p:nvPr/>
          </p:nvSpPr>
          <p:spPr>
            <a:xfrm flipH="1">
              <a:off x="7123160" y="2471047"/>
              <a:ext cx="201795" cy="201108"/>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1" name="Google Shape;13261;p53"/>
            <p:cNvSpPr/>
            <p:nvPr/>
          </p:nvSpPr>
          <p:spPr>
            <a:xfrm flipH="1">
              <a:off x="7156488" y="2504407"/>
              <a:ext cx="135135" cy="134420"/>
            </a:xfrm>
            <a:custGeom>
              <a:avLst/>
              <a:gdLst/>
              <a:ahLst/>
              <a:cxnLst/>
              <a:rect l="l" t="t" r="r" b="b"/>
              <a:pathLst>
                <a:path w="4914" h="4888" fill="none" extrusionOk="0">
                  <a:moveTo>
                    <a:pt x="1439" y="4888"/>
                  </a:moveTo>
                  <a:lnTo>
                    <a:pt x="0" y="3455"/>
                  </a:lnTo>
                  <a:lnTo>
                    <a:pt x="0" y="1432"/>
                  </a:lnTo>
                  <a:lnTo>
                    <a:pt x="1439" y="0"/>
                  </a:lnTo>
                  <a:lnTo>
                    <a:pt x="3475" y="0"/>
                  </a:lnTo>
                  <a:lnTo>
                    <a:pt x="4914" y="1432"/>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2" name="Google Shape;13262;p53"/>
            <p:cNvSpPr/>
            <p:nvPr/>
          </p:nvSpPr>
          <p:spPr>
            <a:xfrm flipH="1">
              <a:off x="7189788" y="2537766"/>
              <a:ext cx="68530" cy="67678"/>
            </a:xfrm>
            <a:custGeom>
              <a:avLst/>
              <a:gdLst/>
              <a:ahLst/>
              <a:cxnLst/>
              <a:rect l="l" t="t" r="r" b="b"/>
              <a:pathLst>
                <a:path w="2492" h="2461" fill="none" extrusionOk="0">
                  <a:moveTo>
                    <a:pt x="729" y="2461"/>
                  </a:moveTo>
                  <a:lnTo>
                    <a:pt x="0" y="1739"/>
                  </a:lnTo>
                  <a:lnTo>
                    <a:pt x="0" y="721"/>
                  </a:lnTo>
                  <a:lnTo>
                    <a:pt x="729" y="0"/>
                  </a:lnTo>
                  <a:lnTo>
                    <a:pt x="1763" y="0"/>
                  </a:lnTo>
                  <a:lnTo>
                    <a:pt x="2492" y="721"/>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3" name="Google Shape;13263;p53"/>
            <p:cNvSpPr/>
            <p:nvPr/>
          </p:nvSpPr>
          <p:spPr>
            <a:xfrm flipH="1">
              <a:off x="5944487" y="3184205"/>
              <a:ext cx="668332" cy="668360"/>
            </a:xfrm>
            <a:custGeom>
              <a:avLst/>
              <a:gdLst/>
              <a:ahLst/>
              <a:cxnLst/>
              <a:rect l="l" t="t" r="r" b="b"/>
              <a:pathLst>
                <a:path w="24303" h="24304" fill="none" extrusionOk="0">
                  <a:moveTo>
                    <a:pt x="7119" y="24303"/>
                  </a:moveTo>
                  <a:lnTo>
                    <a:pt x="1" y="17184"/>
                  </a:lnTo>
                  <a:lnTo>
                    <a:pt x="1" y="7119"/>
                  </a:lnTo>
                  <a:lnTo>
                    <a:pt x="7119"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4" name="Google Shape;13264;p53"/>
            <p:cNvSpPr/>
            <p:nvPr/>
          </p:nvSpPr>
          <p:spPr>
            <a:xfrm flipH="1">
              <a:off x="5977787" y="3217593"/>
              <a:ext cx="601728" cy="601590"/>
            </a:xfrm>
            <a:custGeom>
              <a:avLst/>
              <a:gdLst/>
              <a:ahLst/>
              <a:cxnLst/>
              <a:rect l="l" t="t" r="r" b="b"/>
              <a:pathLst>
                <a:path w="21881" h="21876" fill="none" extrusionOk="0">
                  <a:moveTo>
                    <a:pt x="6409" y="21875"/>
                  </a:moveTo>
                  <a:lnTo>
                    <a:pt x="1" y="15468"/>
                  </a:lnTo>
                  <a:lnTo>
                    <a:pt x="1" y="6407"/>
                  </a:lnTo>
                  <a:lnTo>
                    <a:pt x="6409" y="1"/>
                  </a:lnTo>
                  <a:lnTo>
                    <a:pt x="15472" y="1"/>
                  </a:lnTo>
                  <a:lnTo>
                    <a:pt x="21880" y="6407"/>
                  </a:lnTo>
                  <a:lnTo>
                    <a:pt x="21880" y="15468"/>
                  </a:lnTo>
                  <a:lnTo>
                    <a:pt x="15472"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5" name="Google Shape;13265;p53"/>
            <p:cNvSpPr/>
            <p:nvPr/>
          </p:nvSpPr>
          <p:spPr>
            <a:xfrm flipH="1">
              <a:off x="6011143" y="3250980"/>
              <a:ext cx="535013" cy="534848"/>
            </a:xfrm>
            <a:custGeom>
              <a:avLst/>
              <a:gdLst/>
              <a:ahLst/>
              <a:cxnLst/>
              <a:rect l="l" t="t" r="r" b="b"/>
              <a:pathLst>
                <a:path w="19455" h="19449" fill="none" extrusionOk="0">
                  <a:moveTo>
                    <a:pt x="5699" y="19448"/>
                  </a:moveTo>
                  <a:lnTo>
                    <a:pt x="1" y="13752"/>
                  </a:lnTo>
                  <a:lnTo>
                    <a:pt x="1" y="5696"/>
                  </a:lnTo>
                  <a:lnTo>
                    <a:pt x="5699" y="1"/>
                  </a:lnTo>
                  <a:lnTo>
                    <a:pt x="13757" y="1"/>
                  </a:lnTo>
                  <a:lnTo>
                    <a:pt x="19454" y="5696"/>
                  </a:lnTo>
                  <a:lnTo>
                    <a:pt x="19454"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6" name="Google Shape;13266;p53"/>
            <p:cNvSpPr/>
            <p:nvPr/>
          </p:nvSpPr>
          <p:spPr>
            <a:xfrm flipH="1">
              <a:off x="6044443" y="3284312"/>
              <a:ext cx="468407" cy="468132"/>
            </a:xfrm>
            <a:custGeom>
              <a:avLst/>
              <a:gdLst/>
              <a:ahLst/>
              <a:cxnLst/>
              <a:rect l="l" t="t" r="r" b="b"/>
              <a:pathLst>
                <a:path w="17033" h="17023" fill="none" extrusionOk="0">
                  <a:moveTo>
                    <a:pt x="4990" y="17022"/>
                  </a:moveTo>
                  <a:lnTo>
                    <a:pt x="1" y="12037"/>
                  </a:lnTo>
                  <a:lnTo>
                    <a:pt x="1" y="4986"/>
                  </a:lnTo>
                  <a:lnTo>
                    <a:pt x="4990" y="1"/>
                  </a:lnTo>
                  <a:lnTo>
                    <a:pt x="12044" y="1"/>
                  </a:lnTo>
                  <a:lnTo>
                    <a:pt x="17032" y="4986"/>
                  </a:lnTo>
                  <a:lnTo>
                    <a:pt x="17032"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7" name="Google Shape;13267;p53"/>
            <p:cNvSpPr/>
            <p:nvPr/>
          </p:nvSpPr>
          <p:spPr>
            <a:xfrm flipH="1">
              <a:off x="6077743" y="3317700"/>
              <a:ext cx="401803" cy="401363"/>
            </a:xfrm>
            <a:custGeom>
              <a:avLst/>
              <a:gdLst/>
              <a:ahLst/>
              <a:cxnLst/>
              <a:rect l="l" t="t" r="r" b="b"/>
              <a:pathLst>
                <a:path w="14611" h="14595" fill="none" extrusionOk="0">
                  <a:moveTo>
                    <a:pt x="4280" y="14595"/>
                  </a:moveTo>
                  <a:lnTo>
                    <a:pt x="1" y="10321"/>
                  </a:lnTo>
                  <a:lnTo>
                    <a:pt x="1" y="4276"/>
                  </a:lnTo>
                  <a:lnTo>
                    <a:pt x="4280" y="1"/>
                  </a:lnTo>
                  <a:lnTo>
                    <a:pt x="10331" y="1"/>
                  </a:lnTo>
                  <a:lnTo>
                    <a:pt x="14610" y="4276"/>
                  </a:lnTo>
                  <a:lnTo>
                    <a:pt x="14610" y="10321"/>
                  </a:lnTo>
                  <a:lnTo>
                    <a:pt x="10331"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8" name="Google Shape;13268;p53"/>
            <p:cNvSpPr/>
            <p:nvPr/>
          </p:nvSpPr>
          <p:spPr>
            <a:xfrm flipH="1">
              <a:off x="6111098" y="3351087"/>
              <a:ext cx="335088" cy="334620"/>
            </a:xfrm>
            <a:custGeom>
              <a:avLst/>
              <a:gdLst/>
              <a:ahLst/>
              <a:cxnLst/>
              <a:rect l="l" t="t" r="r" b="b"/>
              <a:pathLst>
                <a:path w="12185" h="12168" fill="none" extrusionOk="0">
                  <a:moveTo>
                    <a:pt x="3569" y="12168"/>
                  </a:moveTo>
                  <a:lnTo>
                    <a:pt x="1" y="8603"/>
                  </a:lnTo>
                  <a:lnTo>
                    <a:pt x="1" y="3564"/>
                  </a:lnTo>
                  <a:lnTo>
                    <a:pt x="3569" y="1"/>
                  </a:lnTo>
                  <a:lnTo>
                    <a:pt x="8616" y="1"/>
                  </a:lnTo>
                  <a:lnTo>
                    <a:pt x="12184" y="3564"/>
                  </a:lnTo>
                  <a:lnTo>
                    <a:pt x="12184"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9" name="Google Shape;13269;p53"/>
            <p:cNvSpPr/>
            <p:nvPr/>
          </p:nvSpPr>
          <p:spPr>
            <a:xfrm flipH="1">
              <a:off x="6144398" y="3384419"/>
              <a:ext cx="268482" cy="267905"/>
            </a:xfrm>
            <a:custGeom>
              <a:avLst/>
              <a:gdLst/>
              <a:ahLst/>
              <a:cxnLst/>
              <a:rect l="l" t="t" r="r" b="b"/>
              <a:pathLst>
                <a:path w="9763" h="9742" fill="none" extrusionOk="0">
                  <a:moveTo>
                    <a:pt x="2860" y="9742"/>
                  </a:moveTo>
                  <a:lnTo>
                    <a:pt x="1" y="6889"/>
                  </a:lnTo>
                  <a:lnTo>
                    <a:pt x="1"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0" name="Google Shape;13270;p53"/>
            <p:cNvSpPr/>
            <p:nvPr/>
          </p:nvSpPr>
          <p:spPr>
            <a:xfrm flipH="1">
              <a:off x="6177698" y="3417834"/>
              <a:ext cx="201878" cy="201135"/>
            </a:xfrm>
            <a:custGeom>
              <a:avLst/>
              <a:gdLst/>
              <a:ahLst/>
              <a:cxnLst/>
              <a:rect l="l" t="t" r="r" b="b"/>
              <a:pathLst>
                <a:path w="7341" h="7314" fill="none" extrusionOk="0">
                  <a:moveTo>
                    <a:pt x="2151" y="7314"/>
                  </a:moveTo>
                  <a:lnTo>
                    <a:pt x="1" y="5172"/>
                  </a:lnTo>
                  <a:lnTo>
                    <a:pt x="1" y="2142"/>
                  </a:lnTo>
                  <a:lnTo>
                    <a:pt x="2151" y="0"/>
                  </a:lnTo>
                  <a:lnTo>
                    <a:pt x="5190" y="0"/>
                  </a:lnTo>
                  <a:lnTo>
                    <a:pt x="7340" y="2142"/>
                  </a:lnTo>
                  <a:lnTo>
                    <a:pt x="7340" y="5172"/>
                  </a:lnTo>
                  <a:lnTo>
                    <a:pt x="5190"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1" name="Google Shape;13271;p53"/>
            <p:cNvSpPr/>
            <p:nvPr/>
          </p:nvSpPr>
          <p:spPr>
            <a:xfrm flipH="1">
              <a:off x="6211053" y="3451221"/>
              <a:ext cx="135163" cy="134393"/>
            </a:xfrm>
            <a:custGeom>
              <a:avLst/>
              <a:gdLst/>
              <a:ahLst/>
              <a:cxnLst/>
              <a:rect l="l" t="t" r="r" b="b"/>
              <a:pathLst>
                <a:path w="4915" h="4887" fill="none" extrusionOk="0">
                  <a:moveTo>
                    <a:pt x="1439" y="4887"/>
                  </a:moveTo>
                  <a:lnTo>
                    <a:pt x="1" y="3455"/>
                  </a:lnTo>
                  <a:lnTo>
                    <a:pt x="1" y="1430"/>
                  </a:lnTo>
                  <a:lnTo>
                    <a:pt x="1439" y="0"/>
                  </a:lnTo>
                  <a:lnTo>
                    <a:pt x="3476" y="0"/>
                  </a:lnTo>
                  <a:lnTo>
                    <a:pt x="4914" y="1430"/>
                  </a:lnTo>
                  <a:lnTo>
                    <a:pt x="4914" y="3455"/>
                  </a:lnTo>
                  <a:lnTo>
                    <a:pt x="3476"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2" name="Google Shape;13272;p53"/>
            <p:cNvSpPr/>
            <p:nvPr/>
          </p:nvSpPr>
          <p:spPr>
            <a:xfrm flipH="1">
              <a:off x="6244354" y="3484581"/>
              <a:ext cx="68557" cy="67650"/>
            </a:xfrm>
            <a:custGeom>
              <a:avLst/>
              <a:gdLst/>
              <a:ahLst/>
              <a:cxnLst/>
              <a:rect l="l" t="t" r="r" b="b"/>
              <a:pathLst>
                <a:path w="2493" h="2460" fill="none" extrusionOk="0">
                  <a:moveTo>
                    <a:pt x="730" y="2460"/>
                  </a:moveTo>
                  <a:lnTo>
                    <a:pt x="1" y="1740"/>
                  </a:lnTo>
                  <a:lnTo>
                    <a:pt x="1"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3" name="Google Shape;13273;p53"/>
            <p:cNvSpPr/>
            <p:nvPr/>
          </p:nvSpPr>
          <p:spPr>
            <a:xfrm flipH="1">
              <a:off x="5944487" y="4130711"/>
              <a:ext cx="668332" cy="668333"/>
            </a:xfrm>
            <a:custGeom>
              <a:avLst/>
              <a:gdLst/>
              <a:ahLst/>
              <a:cxnLst/>
              <a:rect l="l" t="t" r="r" b="b"/>
              <a:pathLst>
                <a:path w="24303" h="24303" fill="none" extrusionOk="0">
                  <a:moveTo>
                    <a:pt x="7119" y="24302"/>
                  </a:moveTo>
                  <a:lnTo>
                    <a:pt x="1" y="17184"/>
                  </a:lnTo>
                  <a:lnTo>
                    <a:pt x="1" y="7118"/>
                  </a:lnTo>
                  <a:lnTo>
                    <a:pt x="7119" y="0"/>
                  </a:lnTo>
                  <a:lnTo>
                    <a:pt x="17184" y="0"/>
                  </a:lnTo>
                  <a:lnTo>
                    <a:pt x="24303" y="7118"/>
                  </a:lnTo>
                  <a:lnTo>
                    <a:pt x="24303"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4" name="Google Shape;13274;p53"/>
            <p:cNvSpPr/>
            <p:nvPr/>
          </p:nvSpPr>
          <p:spPr>
            <a:xfrm flipH="1">
              <a:off x="5977787" y="4164043"/>
              <a:ext cx="601728" cy="601618"/>
            </a:xfrm>
            <a:custGeom>
              <a:avLst/>
              <a:gdLst/>
              <a:ahLst/>
              <a:cxnLst/>
              <a:rect l="l" t="t" r="r" b="b"/>
              <a:pathLst>
                <a:path w="21881" h="21877" fill="none" extrusionOk="0">
                  <a:moveTo>
                    <a:pt x="6409" y="21876"/>
                  </a:moveTo>
                  <a:lnTo>
                    <a:pt x="1" y="15470"/>
                  </a:lnTo>
                  <a:lnTo>
                    <a:pt x="1" y="6409"/>
                  </a:lnTo>
                  <a:lnTo>
                    <a:pt x="6409" y="1"/>
                  </a:lnTo>
                  <a:lnTo>
                    <a:pt x="15472" y="1"/>
                  </a:lnTo>
                  <a:lnTo>
                    <a:pt x="21880" y="6409"/>
                  </a:lnTo>
                  <a:lnTo>
                    <a:pt x="21880" y="15470"/>
                  </a:lnTo>
                  <a:lnTo>
                    <a:pt x="15472"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5" name="Google Shape;13275;p53"/>
            <p:cNvSpPr/>
            <p:nvPr/>
          </p:nvSpPr>
          <p:spPr>
            <a:xfrm flipH="1">
              <a:off x="6011143" y="4197430"/>
              <a:ext cx="535013" cy="534875"/>
            </a:xfrm>
            <a:custGeom>
              <a:avLst/>
              <a:gdLst/>
              <a:ahLst/>
              <a:cxnLst/>
              <a:rect l="l" t="t" r="r" b="b"/>
              <a:pathLst>
                <a:path w="19455" h="19450" fill="none" extrusionOk="0">
                  <a:moveTo>
                    <a:pt x="5699" y="19449"/>
                  </a:moveTo>
                  <a:lnTo>
                    <a:pt x="1" y="13753"/>
                  </a:lnTo>
                  <a:lnTo>
                    <a:pt x="1" y="5697"/>
                  </a:lnTo>
                  <a:lnTo>
                    <a:pt x="5699" y="1"/>
                  </a:lnTo>
                  <a:lnTo>
                    <a:pt x="13756" y="1"/>
                  </a:lnTo>
                  <a:lnTo>
                    <a:pt x="19454" y="5697"/>
                  </a:lnTo>
                  <a:lnTo>
                    <a:pt x="19454" y="13753"/>
                  </a:lnTo>
                  <a:lnTo>
                    <a:pt x="13756"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6" name="Google Shape;13276;p53"/>
            <p:cNvSpPr/>
            <p:nvPr/>
          </p:nvSpPr>
          <p:spPr>
            <a:xfrm flipH="1">
              <a:off x="6044443" y="4230818"/>
              <a:ext cx="468407" cy="468133"/>
            </a:xfrm>
            <a:custGeom>
              <a:avLst/>
              <a:gdLst/>
              <a:ahLst/>
              <a:cxnLst/>
              <a:rect l="l" t="t" r="r" b="b"/>
              <a:pathLst>
                <a:path w="17033" h="17023" fill="none" extrusionOk="0">
                  <a:moveTo>
                    <a:pt x="4990" y="17022"/>
                  </a:moveTo>
                  <a:lnTo>
                    <a:pt x="1" y="12035"/>
                  </a:lnTo>
                  <a:lnTo>
                    <a:pt x="1" y="4985"/>
                  </a:lnTo>
                  <a:lnTo>
                    <a:pt x="4990" y="1"/>
                  </a:lnTo>
                  <a:lnTo>
                    <a:pt x="12044" y="1"/>
                  </a:lnTo>
                  <a:lnTo>
                    <a:pt x="17032" y="4985"/>
                  </a:lnTo>
                  <a:lnTo>
                    <a:pt x="17032" y="12035"/>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7" name="Google Shape;13277;p53"/>
            <p:cNvSpPr/>
            <p:nvPr/>
          </p:nvSpPr>
          <p:spPr>
            <a:xfrm flipH="1">
              <a:off x="6077743" y="4264150"/>
              <a:ext cx="401803" cy="401390"/>
            </a:xfrm>
            <a:custGeom>
              <a:avLst/>
              <a:gdLst/>
              <a:ahLst/>
              <a:cxnLst/>
              <a:rect l="l" t="t" r="r" b="b"/>
              <a:pathLst>
                <a:path w="14611" h="14596" fill="none" extrusionOk="0">
                  <a:moveTo>
                    <a:pt x="4280" y="14596"/>
                  </a:moveTo>
                  <a:lnTo>
                    <a:pt x="1" y="10321"/>
                  </a:lnTo>
                  <a:lnTo>
                    <a:pt x="1" y="4276"/>
                  </a:lnTo>
                  <a:lnTo>
                    <a:pt x="4280" y="1"/>
                  </a:lnTo>
                  <a:lnTo>
                    <a:pt x="10331" y="1"/>
                  </a:lnTo>
                  <a:lnTo>
                    <a:pt x="14610" y="4276"/>
                  </a:lnTo>
                  <a:lnTo>
                    <a:pt x="14610" y="10321"/>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8" name="Google Shape;13278;p53"/>
            <p:cNvSpPr/>
            <p:nvPr/>
          </p:nvSpPr>
          <p:spPr>
            <a:xfrm flipH="1">
              <a:off x="6111098" y="4297537"/>
              <a:ext cx="335088" cy="334647"/>
            </a:xfrm>
            <a:custGeom>
              <a:avLst/>
              <a:gdLst/>
              <a:ahLst/>
              <a:cxnLst/>
              <a:rect l="l" t="t" r="r" b="b"/>
              <a:pathLst>
                <a:path w="12185" h="12169" fill="none" extrusionOk="0">
                  <a:moveTo>
                    <a:pt x="3569" y="12169"/>
                  </a:moveTo>
                  <a:lnTo>
                    <a:pt x="1" y="8605"/>
                  </a:lnTo>
                  <a:lnTo>
                    <a:pt x="1" y="3565"/>
                  </a:lnTo>
                  <a:lnTo>
                    <a:pt x="3569"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9" name="Google Shape;13279;p53"/>
            <p:cNvSpPr/>
            <p:nvPr/>
          </p:nvSpPr>
          <p:spPr>
            <a:xfrm flipH="1">
              <a:off x="6144398" y="4330952"/>
              <a:ext cx="268482" cy="267878"/>
            </a:xfrm>
            <a:custGeom>
              <a:avLst/>
              <a:gdLst/>
              <a:ahLst/>
              <a:cxnLst/>
              <a:rect l="l" t="t" r="r" b="b"/>
              <a:pathLst>
                <a:path w="9763" h="9741" fill="none" extrusionOk="0">
                  <a:moveTo>
                    <a:pt x="2860" y="9741"/>
                  </a:moveTo>
                  <a:lnTo>
                    <a:pt x="1" y="6888"/>
                  </a:lnTo>
                  <a:lnTo>
                    <a:pt x="1"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0" name="Google Shape;13280;p53"/>
            <p:cNvSpPr/>
            <p:nvPr/>
          </p:nvSpPr>
          <p:spPr>
            <a:xfrm flipH="1">
              <a:off x="6177753" y="4364339"/>
              <a:ext cx="201822" cy="201107"/>
            </a:xfrm>
            <a:custGeom>
              <a:avLst/>
              <a:gdLst/>
              <a:ahLst/>
              <a:cxnLst/>
              <a:rect l="l" t="t" r="r" b="b"/>
              <a:pathLst>
                <a:path w="7339" h="7313" fill="none" extrusionOk="0">
                  <a:moveTo>
                    <a:pt x="2151" y="7313"/>
                  </a:moveTo>
                  <a:lnTo>
                    <a:pt x="1" y="5171"/>
                  </a:lnTo>
                  <a:lnTo>
                    <a:pt x="1" y="2142"/>
                  </a:lnTo>
                  <a:lnTo>
                    <a:pt x="2151" y="0"/>
                  </a:lnTo>
                  <a:lnTo>
                    <a:pt x="5190" y="0"/>
                  </a:lnTo>
                  <a:lnTo>
                    <a:pt x="7338" y="2142"/>
                  </a:lnTo>
                  <a:lnTo>
                    <a:pt x="7338" y="5171"/>
                  </a:lnTo>
                  <a:lnTo>
                    <a:pt x="5190"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1" name="Google Shape;13281;p53"/>
            <p:cNvSpPr/>
            <p:nvPr/>
          </p:nvSpPr>
          <p:spPr>
            <a:xfrm flipH="1">
              <a:off x="6211053" y="4397672"/>
              <a:ext cx="135163" cy="134420"/>
            </a:xfrm>
            <a:custGeom>
              <a:avLst/>
              <a:gdLst/>
              <a:ahLst/>
              <a:cxnLst/>
              <a:rect l="l" t="t" r="r" b="b"/>
              <a:pathLst>
                <a:path w="4915" h="4888" fill="none" extrusionOk="0">
                  <a:moveTo>
                    <a:pt x="1439" y="4888"/>
                  </a:moveTo>
                  <a:lnTo>
                    <a:pt x="1" y="3455"/>
                  </a:lnTo>
                  <a:lnTo>
                    <a:pt x="1" y="1431"/>
                  </a:lnTo>
                  <a:lnTo>
                    <a:pt x="1439" y="0"/>
                  </a:lnTo>
                  <a:lnTo>
                    <a:pt x="3476" y="0"/>
                  </a:lnTo>
                  <a:lnTo>
                    <a:pt x="4914" y="1431"/>
                  </a:lnTo>
                  <a:lnTo>
                    <a:pt x="4914" y="3455"/>
                  </a:lnTo>
                  <a:lnTo>
                    <a:pt x="3476"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2" name="Google Shape;13282;p53"/>
            <p:cNvSpPr/>
            <p:nvPr/>
          </p:nvSpPr>
          <p:spPr>
            <a:xfrm flipH="1">
              <a:off x="6244354" y="4431059"/>
              <a:ext cx="68557" cy="67678"/>
            </a:xfrm>
            <a:custGeom>
              <a:avLst/>
              <a:gdLst/>
              <a:ahLst/>
              <a:cxnLst/>
              <a:rect l="l" t="t" r="r" b="b"/>
              <a:pathLst>
                <a:path w="2493" h="2461" fill="none" extrusionOk="0">
                  <a:moveTo>
                    <a:pt x="730" y="2461"/>
                  </a:moveTo>
                  <a:lnTo>
                    <a:pt x="1" y="1739"/>
                  </a:lnTo>
                  <a:lnTo>
                    <a:pt x="1"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3" name="Google Shape;13283;p53"/>
            <p:cNvSpPr/>
            <p:nvPr/>
          </p:nvSpPr>
          <p:spPr>
            <a:xfrm flipH="1">
              <a:off x="6419281" y="2710953"/>
              <a:ext cx="668332" cy="668332"/>
            </a:xfrm>
            <a:custGeom>
              <a:avLst/>
              <a:gdLst/>
              <a:ahLst/>
              <a:cxnLst/>
              <a:rect l="l" t="t" r="r" b="b"/>
              <a:pathLst>
                <a:path w="24303" h="24303" fill="none" extrusionOk="0">
                  <a:moveTo>
                    <a:pt x="7118" y="24303"/>
                  </a:moveTo>
                  <a:lnTo>
                    <a:pt x="0" y="17186"/>
                  </a:lnTo>
                  <a:lnTo>
                    <a:pt x="0" y="7119"/>
                  </a:lnTo>
                  <a:lnTo>
                    <a:pt x="7118" y="1"/>
                  </a:lnTo>
                  <a:lnTo>
                    <a:pt x="17185" y="1"/>
                  </a:lnTo>
                  <a:lnTo>
                    <a:pt x="24302" y="7119"/>
                  </a:lnTo>
                  <a:lnTo>
                    <a:pt x="24302" y="17186"/>
                  </a:lnTo>
                  <a:lnTo>
                    <a:pt x="17185"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4" name="Google Shape;13284;p53"/>
            <p:cNvSpPr/>
            <p:nvPr/>
          </p:nvSpPr>
          <p:spPr>
            <a:xfrm flipH="1">
              <a:off x="6452581" y="2744368"/>
              <a:ext cx="601700" cy="601590"/>
            </a:xfrm>
            <a:custGeom>
              <a:avLst/>
              <a:gdLst/>
              <a:ahLst/>
              <a:cxnLst/>
              <a:rect l="l" t="t" r="r" b="b"/>
              <a:pathLst>
                <a:path w="21880" h="21876" fill="none" extrusionOk="0">
                  <a:moveTo>
                    <a:pt x="6408" y="21876"/>
                  </a:moveTo>
                  <a:lnTo>
                    <a:pt x="0" y="15467"/>
                  </a:lnTo>
                  <a:lnTo>
                    <a:pt x="0" y="6407"/>
                  </a:lnTo>
                  <a:lnTo>
                    <a:pt x="6408" y="0"/>
                  </a:lnTo>
                  <a:lnTo>
                    <a:pt x="15471" y="0"/>
                  </a:lnTo>
                  <a:lnTo>
                    <a:pt x="21879" y="6407"/>
                  </a:lnTo>
                  <a:lnTo>
                    <a:pt x="21879" y="15467"/>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5" name="Google Shape;13285;p53"/>
            <p:cNvSpPr/>
            <p:nvPr/>
          </p:nvSpPr>
          <p:spPr>
            <a:xfrm flipH="1">
              <a:off x="6485936" y="2777727"/>
              <a:ext cx="535040" cy="534847"/>
            </a:xfrm>
            <a:custGeom>
              <a:avLst/>
              <a:gdLst/>
              <a:ahLst/>
              <a:cxnLst/>
              <a:rect l="l" t="t" r="r" b="b"/>
              <a:pathLst>
                <a:path w="19456" h="19449" fill="none" extrusionOk="0">
                  <a:moveTo>
                    <a:pt x="5699" y="19449"/>
                  </a:moveTo>
                  <a:lnTo>
                    <a:pt x="0" y="13751"/>
                  </a:lnTo>
                  <a:lnTo>
                    <a:pt x="0" y="5696"/>
                  </a:lnTo>
                  <a:lnTo>
                    <a:pt x="5699" y="0"/>
                  </a:lnTo>
                  <a:lnTo>
                    <a:pt x="13757" y="0"/>
                  </a:lnTo>
                  <a:lnTo>
                    <a:pt x="19455" y="5696"/>
                  </a:lnTo>
                  <a:lnTo>
                    <a:pt x="19455" y="13751"/>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6" name="Google Shape;13286;p53"/>
            <p:cNvSpPr/>
            <p:nvPr/>
          </p:nvSpPr>
          <p:spPr>
            <a:xfrm flipH="1">
              <a:off x="6519236" y="2811087"/>
              <a:ext cx="468407" cy="468105"/>
            </a:xfrm>
            <a:custGeom>
              <a:avLst/>
              <a:gdLst/>
              <a:ahLst/>
              <a:cxnLst/>
              <a:rect l="l" t="t" r="r" b="b"/>
              <a:pathLst>
                <a:path w="17033" h="17022" fill="none" extrusionOk="0">
                  <a:moveTo>
                    <a:pt x="4989" y="17022"/>
                  </a:moveTo>
                  <a:lnTo>
                    <a:pt x="0" y="12037"/>
                  </a:lnTo>
                  <a:lnTo>
                    <a:pt x="0" y="4986"/>
                  </a:lnTo>
                  <a:lnTo>
                    <a:pt x="4989" y="0"/>
                  </a:lnTo>
                  <a:lnTo>
                    <a:pt x="12043" y="0"/>
                  </a:lnTo>
                  <a:lnTo>
                    <a:pt x="17032" y="4986"/>
                  </a:lnTo>
                  <a:lnTo>
                    <a:pt x="17032" y="12037"/>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7" name="Google Shape;13287;p53"/>
            <p:cNvSpPr/>
            <p:nvPr/>
          </p:nvSpPr>
          <p:spPr>
            <a:xfrm flipH="1">
              <a:off x="6552536" y="2844475"/>
              <a:ext cx="401803" cy="401390"/>
            </a:xfrm>
            <a:custGeom>
              <a:avLst/>
              <a:gdLst/>
              <a:ahLst/>
              <a:cxnLst/>
              <a:rect l="l" t="t" r="r" b="b"/>
              <a:pathLst>
                <a:path w="14611" h="14596" fill="none" extrusionOk="0">
                  <a:moveTo>
                    <a:pt x="4280" y="14596"/>
                  </a:moveTo>
                  <a:lnTo>
                    <a:pt x="0" y="10320"/>
                  </a:lnTo>
                  <a:lnTo>
                    <a:pt x="0" y="4275"/>
                  </a:lnTo>
                  <a:lnTo>
                    <a:pt x="4280" y="0"/>
                  </a:lnTo>
                  <a:lnTo>
                    <a:pt x="10331" y="0"/>
                  </a:lnTo>
                  <a:lnTo>
                    <a:pt x="14610" y="4275"/>
                  </a:lnTo>
                  <a:lnTo>
                    <a:pt x="14610" y="10320"/>
                  </a:lnTo>
                  <a:lnTo>
                    <a:pt x="10331"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8" name="Google Shape;13288;p53"/>
            <p:cNvSpPr/>
            <p:nvPr/>
          </p:nvSpPr>
          <p:spPr>
            <a:xfrm flipH="1">
              <a:off x="6585919" y="2877862"/>
              <a:ext cx="335088" cy="334620"/>
            </a:xfrm>
            <a:custGeom>
              <a:avLst/>
              <a:gdLst/>
              <a:ahLst/>
              <a:cxnLst/>
              <a:rect l="l" t="t" r="r" b="b"/>
              <a:pathLst>
                <a:path w="12185" h="12168" fill="none" extrusionOk="0">
                  <a:moveTo>
                    <a:pt x="3569" y="12167"/>
                  </a:moveTo>
                  <a:lnTo>
                    <a:pt x="0" y="8604"/>
                  </a:lnTo>
                  <a:lnTo>
                    <a:pt x="0" y="3563"/>
                  </a:lnTo>
                  <a:lnTo>
                    <a:pt x="3569" y="0"/>
                  </a:lnTo>
                  <a:lnTo>
                    <a:pt x="8616" y="0"/>
                  </a:lnTo>
                  <a:lnTo>
                    <a:pt x="12185" y="3563"/>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9" name="Google Shape;13289;p53"/>
            <p:cNvSpPr/>
            <p:nvPr/>
          </p:nvSpPr>
          <p:spPr>
            <a:xfrm flipH="1">
              <a:off x="6619219" y="2911194"/>
              <a:ext cx="268455" cy="267905"/>
            </a:xfrm>
            <a:custGeom>
              <a:avLst/>
              <a:gdLst/>
              <a:ahLst/>
              <a:cxnLst/>
              <a:rect l="l" t="t" r="r" b="b"/>
              <a:pathLst>
                <a:path w="9762" h="9742" fill="none" extrusionOk="0">
                  <a:moveTo>
                    <a:pt x="2859" y="9741"/>
                  </a:moveTo>
                  <a:lnTo>
                    <a:pt x="1" y="6888"/>
                  </a:lnTo>
                  <a:lnTo>
                    <a:pt x="1" y="2854"/>
                  </a:lnTo>
                  <a:lnTo>
                    <a:pt x="2859" y="1"/>
                  </a:lnTo>
                  <a:lnTo>
                    <a:pt x="6903" y="1"/>
                  </a:lnTo>
                  <a:lnTo>
                    <a:pt x="9762" y="2854"/>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0" name="Google Shape;13290;p53"/>
            <p:cNvSpPr/>
            <p:nvPr/>
          </p:nvSpPr>
          <p:spPr>
            <a:xfrm flipH="1">
              <a:off x="6652547" y="2944581"/>
              <a:ext cx="201795" cy="201135"/>
            </a:xfrm>
            <a:custGeom>
              <a:avLst/>
              <a:gdLst/>
              <a:ahLst/>
              <a:cxnLst/>
              <a:rect l="l" t="t" r="r" b="b"/>
              <a:pathLst>
                <a:path w="7338" h="7314" fill="none" extrusionOk="0">
                  <a:moveTo>
                    <a:pt x="2150" y="7313"/>
                  </a:moveTo>
                  <a:lnTo>
                    <a:pt x="1" y="5171"/>
                  </a:lnTo>
                  <a:lnTo>
                    <a:pt x="1" y="2142"/>
                  </a:lnTo>
                  <a:lnTo>
                    <a:pt x="2150" y="1"/>
                  </a:lnTo>
                  <a:lnTo>
                    <a:pt x="5189" y="1"/>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1" name="Google Shape;13291;p53"/>
            <p:cNvSpPr/>
            <p:nvPr/>
          </p:nvSpPr>
          <p:spPr>
            <a:xfrm flipH="1">
              <a:off x="6685874" y="2977969"/>
              <a:ext cx="135135" cy="134420"/>
            </a:xfrm>
            <a:custGeom>
              <a:avLst/>
              <a:gdLst/>
              <a:ahLst/>
              <a:cxnLst/>
              <a:rect l="l" t="t" r="r" b="b"/>
              <a:pathLst>
                <a:path w="4914" h="4888" fill="none" extrusionOk="0">
                  <a:moveTo>
                    <a:pt x="1439" y="4887"/>
                  </a:moveTo>
                  <a:lnTo>
                    <a:pt x="1" y="3456"/>
                  </a:lnTo>
                  <a:lnTo>
                    <a:pt x="1" y="1432"/>
                  </a:lnTo>
                  <a:lnTo>
                    <a:pt x="1439" y="1"/>
                  </a:lnTo>
                  <a:lnTo>
                    <a:pt x="3475" y="1"/>
                  </a:lnTo>
                  <a:lnTo>
                    <a:pt x="4914" y="1432"/>
                  </a:lnTo>
                  <a:lnTo>
                    <a:pt x="4914" y="3456"/>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2" name="Google Shape;13292;p53"/>
            <p:cNvSpPr/>
            <p:nvPr/>
          </p:nvSpPr>
          <p:spPr>
            <a:xfrm flipH="1">
              <a:off x="6719175" y="3011301"/>
              <a:ext cx="68530" cy="67705"/>
            </a:xfrm>
            <a:custGeom>
              <a:avLst/>
              <a:gdLst/>
              <a:ahLst/>
              <a:cxnLst/>
              <a:rect l="l" t="t" r="r" b="b"/>
              <a:pathLst>
                <a:path w="2492" h="2462" fill="none" extrusionOk="0">
                  <a:moveTo>
                    <a:pt x="730" y="2461"/>
                  </a:moveTo>
                  <a:lnTo>
                    <a:pt x="1" y="1741"/>
                  </a:lnTo>
                  <a:lnTo>
                    <a:pt x="1" y="723"/>
                  </a:lnTo>
                  <a:lnTo>
                    <a:pt x="730" y="1"/>
                  </a:lnTo>
                  <a:lnTo>
                    <a:pt x="1762" y="1"/>
                  </a:lnTo>
                  <a:lnTo>
                    <a:pt x="2492" y="723"/>
                  </a:lnTo>
                  <a:lnTo>
                    <a:pt x="2492" y="1741"/>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3" name="Google Shape;13293;p53"/>
            <p:cNvSpPr/>
            <p:nvPr/>
          </p:nvSpPr>
          <p:spPr>
            <a:xfrm flipH="1">
              <a:off x="6419281" y="3657431"/>
              <a:ext cx="668332" cy="668360"/>
            </a:xfrm>
            <a:custGeom>
              <a:avLst/>
              <a:gdLst/>
              <a:ahLst/>
              <a:cxnLst/>
              <a:rect l="l" t="t" r="r" b="b"/>
              <a:pathLst>
                <a:path w="24303" h="24304" fill="none" extrusionOk="0">
                  <a:moveTo>
                    <a:pt x="7118" y="24304"/>
                  </a:moveTo>
                  <a:lnTo>
                    <a:pt x="0" y="17185"/>
                  </a:lnTo>
                  <a:lnTo>
                    <a:pt x="0" y="7118"/>
                  </a:lnTo>
                  <a:lnTo>
                    <a:pt x="7118" y="1"/>
                  </a:lnTo>
                  <a:lnTo>
                    <a:pt x="17185" y="1"/>
                  </a:lnTo>
                  <a:lnTo>
                    <a:pt x="24302" y="7118"/>
                  </a:lnTo>
                  <a:lnTo>
                    <a:pt x="24302" y="17185"/>
                  </a:lnTo>
                  <a:lnTo>
                    <a:pt x="17185" y="2430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4" name="Google Shape;13294;p53"/>
            <p:cNvSpPr/>
            <p:nvPr/>
          </p:nvSpPr>
          <p:spPr>
            <a:xfrm flipH="1">
              <a:off x="6452581" y="3690845"/>
              <a:ext cx="601700" cy="601563"/>
            </a:xfrm>
            <a:custGeom>
              <a:avLst/>
              <a:gdLst/>
              <a:ahLst/>
              <a:cxnLst/>
              <a:rect l="l" t="t" r="r" b="b"/>
              <a:pathLst>
                <a:path w="21880" h="21875" fill="none" extrusionOk="0">
                  <a:moveTo>
                    <a:pt x="6408" y="21875"/>
                  </a:moveTo>
                  <a:lnTo>
                    <a:pt x="0" y="15468"/>
                  </a:lnTo>
                  <a:lnTo>
                    <a:pt x="0" y="6407"/>
                  </a:lnTo>
                  <a:lnTo>
                    <a:pt x="6408" y="0"/>
                  </a:lnTo>
                  <a:lnTo>
                    <a:pt x="15471" y="0"/>
                  </a:lnTo>
                  <a:lnTo>
                    <a:pt x="21879" y="6407"/>
                  </a:lnTo>
                  <a:lnTo>
                    <a:pt x="21879" y="15468"/>
                  </a:lnTo>
                  <a:lnTo>
                    <a:pt x="15471"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5" name="Google Shape;13295;p53"/>
            <p:cNvSpPr/>
            <p:nvPr/>
          </p:nvSpPr>
          <p:spPr>
            <a:xfrm flipH="1">
              <a:off x="6485936" y="3724205"/>
              <a:ext cx="535040" cy="534820"/>
            </a:xfrm>
            <a:custGeom>
              <a:avLst/>
              <a:gdLst/>
              <a:ahLst/>
              <a:cxnLst/>
              <a:rect l="l" t="t" r="r" b="b"/>
              <a:pathLst>
                <a:path w="19456" h="19448" fill="none" extrusionOk="0">
                  <a:moveTo>
                    <a:pt x="5699" y="19448"/>
                  </a:moveTo>
                  <a:lnTo>
                    <a:pt x="0" y="13752"/>
                  </a:lnTo>
                  <a:lnTo>
                    <a:pt x="0" y="5696"/>
                  </a:lnTo>
                  <a:lnTo>
                    <a:pt x="5699" y="0"/>
                  </a:lnTo>
                  <a:lnTo>
                    <a:pt x="13757" y="0"/>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6" name="Google Shape;13296;p53"/>
            <p:cNvSpPr/>
            <p:nvPr/>
          </p:nvSpPr>
          <p:spPr>
            <a:xfrm flipH="1">
              <a:off x="6519236" y="3757565"/>
              <a:ext cx="468407" cy="468132"/>
            </a:xfrm>
            <a:custGeom>
              <a:avLst/>
              <a:gdLst/>
              <a:ahLst/>
              <a:cxnLst/>
              <a:rect l="l" t="t" r="r" b="b"/>
              <a:pathLst>
                <a:path w="17033" h="17023" fill="none" extrusionOk="0">
                  <a:moveTo>
                    <a:pt x="4989" y="17023"/>
                  </a:moveTo>
                  <a:lnTo>
                    <a:pt x="0" y="12037"/>
                  </a:lnTo>
                  <a:lnTo>
                    <a:pt x="0" y="4986"/>
                  </a:lnTo>
                  <a:lnTo>
                    <a:pt x="4989" y="0"/>
                  </a:lnTo>
                  <a:lnTo>
                    <a:pt x="12043" y="0"/>
                  </a:lnTo>
                  <a:lnTo>
                    <a:pt x="17032" y="4986"/>
                  </a:lnTo>
                  <a:lnTo>
                    <a:pt x="17032" y="12037"/>
                  </a:lnTo>
                  <a:lnTo>
                    <a:pt x="12043" y="1702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7" name="Google Shape;13297;p53"/>
            <p:cNvSpPr/>
            <p:nvPr/>
          </p:nvSpPr>
          <p:spPr>
            <a:xfrm flipH="1">
              <a:off x="6552536" y="3790952"/>
              <a:ext cx="401803" cy="401363"/>
            </a:xfrm>
            <a:custGeom>
              <a:avLst/>
              <a:gdLst/>
              <a:ahLst/>
              <a:cxnLst/>
              <a:rect l="l" t="t" r="r" b="b"/>
              <a:pathLst>
                <a:path w="14611" h="14595" fill="none" extrusionOk="0">
                  <a:moveTo>
                    <a:pt x="4280" y="14594"/>
                  </a:moveTo>
                  <a:lnTo>
                    <a:pt x="0" y="10319"/>
                  </a:lnTo>
                  <a:lnTo>
                    <a:pt x="0" y="4275"/>
                  </a:lnTo>
                  <a:lnTo>
                    <a:pt x="4280" y="0"/>
                  </a:lnTo>
                  <a:lnTo>
                    <a:pt x="10331" y="0"/>
                  </a:lnTo>
                  <a:lnTo>
                    <a:pt x="14610" y="4275"/>
                  </a:lnTo>
                  <a:lnTo>
                    <a:pt x="14610" y="10319"/>
                  </a:lnTo>
                  <a:lnTo>
                    <a:pt x="10331" y="1459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8" name="Google Shape;13298;p53"/>
            <p:cNvSpPr/>
            <p:nvPr/>
          </p:nvSpPr>
          <p:spPr>
            <a:xfrm flipH="1">
              <a:off x="6585919" y="3824312"/>
              <a:ext cx="335088" cy="334620"/>
            </a:xfrm>
            <a:custGeom>
              <a:avLst/>
              <a:gdLst/>
              <a:ahLst/>
              <a:cxnLst/>
              <a:rect l="l" t="t" r="r" b="b"/>
              <a:pathLst>
                <a:path w="12185" h="12168" fill="none" extrusionOk="0">
                  <a:moveTo>
                    <a:pt x="3569" y="12167"/>
                  </a:moveTo>
                  <a:lnTo>
                    <a:pt x="0" y="8604"/>
                  </a:lnTo>
                  <a:lnTo>
                    <a:pt x="0" y="3565"/>
                  </a:lnTo>
                  <a:lnTo>
                    <a:pt x="3569" y="0"/>
                  </a:lnTo>
                  <a:lnTo>
                    <a:pt x="8616" y="0"/>
                  </a:lnTo>
                  <a:lnTo>
                    <a:pt x="12185" y="3565"/>
                  </a:lnTo>
                  <a:lnTo>
                    <a:pt x="12185" y="8604"/>
                  </a:lnTo>
                  <a:lnTo>
                    <a:pt x="8616" y="1216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9" name="Google Shape;13299;p53"/>
            <p:cNvSpPr/>
            <p:nvPr/>
          </p:nvSpPr>
          <p:spPr>
            <a:xfrm flipH="1">
              <a:off x="6619219" y="3857699"/>
              <a:ext cx="268455" cy="267905"/>
            </a:xfrm>
            <a:custGeom>
              <a:avLst/>
              <a:gdLst/>
              <a:ahLst/>
              <a:cxnLst/>
              <a:rect l="l" t="t" r="r" b="b"/>
              <a:pathLst>
                <a:path w="9762" h="9742" fill="none" extrusionOk="0">
                  <a:moveTo>
                    <a:pt x="2859" y="9741"/>
                  </a:moveTo>
                  <a:lnTo>
                    <a:pt x="1" y="6888"/>
                  </a:lnTo>
                  <a:lnTo>
                    <a:pt x="1" y="2853"/>
                  </a:lnTo>
                  <a:lnTo>
                    <a:pt x="2859" y="1"/>
                  </a:lnTo>
                  <a:lnTo>
                    <a:pt x="6903" y="1"/>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0" name="Google Shape;13300;p53"/>
            <p:cNvSpPr/>
            <p:nvPr/>
          </p:nvSpPr>
          <p:spPr>
            <a:xfrm flipH="1">
              <a:off x="6652547" y="3891059"/>
              <a:ext cx="201795" cy="201163"/>
            </a:xfrm>
            <a:custGeom>
              <a:avLst/>
              <a:gdLst/>
              <a:ahLst/>
              <a:cxnLst/>
              <a:rect l="l" t="t" r="r" b="b"/>
              <a:pathLst>
                <a:path w="7338" h="7315" fill="none" extrusionOk="0">
                  <a:moveTo>
                    <a:pt x="2150" y="7314"/>
                  </a:moveTo>
                  <a:lnTo>
                    <a:pt x="1" y="5172"/>
                  </a:lnTo>
                  <a:lnTo>
                    <a:pt x="1" y="2142"/>
                  </a:lnTo>
                  <a:lnTo>
                    <a:pt x="2150" y="1"/>
                  </a:lnTo>
                  <a:lnTo>
                    <a:pt x="5189" y="1"/>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1" name="Google Shape;13301;p53"/>
            <p:cNvSpPr/>
            <p:nvPr/>
          </p:nvSpPr>
          <p:spPr>
            <a:xfrm flipH="1">
              <a:off x="6685874" y="3924419"/>
              <a:ext cx="135135" cy="134420"/>
            </a:xfrm>
            <a:custGeom>
              <a:avLst/>
              <a:gdLst/>
              <a:ahLst/>
              <a:cxnLst/>
              <a:rect l="l" t="t" r="r" b="b"/>
              <a:pathLst>
                <a:path w="4914" h="4888" fill="none" extrusionOk="0">
                  <a:moveTo>
                    <a:pt x="1439" y="4887"/>
                  </a:moveTo>
                  <a:lnTo>
                    <a:pt x="1" y="3457"/>
                  </a:lnTo>
                  <a:lnTo>
                    <a:pt x="1" y="1432"/>
                  </a:lnTo>
                  <a:lnTo>
                    <a:pt x="1439" y="1"/>
                  </a:lnTo>
                  <a:lnTo>
                    <a:pt x="3475" y="1"/>
                  </a:lnTo>
                  <a:lnTo>
                    <a:pt x="4914" y="1432"/>
                  </a:lnTo>
                  <a:lnTo>
                    <a:pt x="4914" y="3457"/>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2" name="Google Shape;13302;p53"/>
            <p:cNvSpPr/>
            <p:nvPr/>
          </p:nvSpPr>
          <p:spPr>
            <a:xfrm flipH="1">
              <a:off x="6719175" y="3957806"/>
              <a:ext cx="68530" cy="67705"/>
            </a:xfrm>
            <a:custGeom>
              <a:avLst/>
              <a:gdLst/>
              <a:ahLst/>
              <a:cxnLst/>
              <a:rect l="l" t="t" r="r" b="b"/>
              <a:pathLst>
                <a:path w="2492" h="2462" fill="none" extrusionOk="0">
                  <a:moveTo>
                    <a:pt x="730" y="2461"/>
                  </a:moveTo>
                  <a:lnTo>
                    <a:pt x="1" y="1739"/>
                  </a:lnTo>
                  <a:lnTo>
                    <a:pt x="1" y="721"/>
                  </a:lnTo>
                  <a:lnTo>
                    <a:pt x="730" y="1"/>
                  </a:lnTo>
                  <a:lnTo>
                    <a:pt x="1762" y="1"/>
                  </a:lnTo>
                  <a:lnTo>
                    <a:pt x="2492" y="721"/>
                  </a:lnTo>
                  <a:lnTo>
                    <a:pt x="2492" y="1739"/>
                  </a:lnTo>
                  <a:lnTo>
                    <a:pt x="1762"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3" name="Google Shape;13303;p53"/>
            <p:cNvSpPr/>
            <p:nvPr/>
          </p:nvSpPr>
          <p:spPr>
            <a:xfrm flipH="1">
              <a:off x="6889894" y="3184205"/>
              <a:ext cx="668332" cy="668360"/>
            </a:xfrm>
            <a:custGeom>
              <a:avLst/>
              <a:gdLst/>
              <a:ahLst/>
              <a:cxnLst/>
              <a:rect l="l" t="t" r="r" b="b"/>
              <a:pathLst>
                <a:path w="24303" h="24304" fill="none" extrusionOk="0">
                  <a:moveTo>
                    <a:pt x="7117" y="24303"/>
                  </a:moveTo>
                  <a:lnTo>
                    <a:pt x="0" y="17184"/>
                  </a:lnTo>
                  <a:lnTo>
                    <a:pt x="0" y="7119"/>
                  </a:lnTo>
                  <a:lnTo>
                    <a:pt x="7117" y="0"/>
                  </a:lnTo>
                  <a:lnTo>
                    <a:pt x="17184" y="0"/>
                  </a:lnTo>
                  <a:lnTo>
                    <a:pt x="24303" y="7119"/>
                  </a:lnTo>
                  <a:lnTo>
                    <a:pt x="24303" y="17184"/>
                  </a:lnTo>
                  <a:lnTo>
                    <a:pt x="17184" y="2430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4" name="Google Shape;13304;p53"/>
            <p:cNvSpPr/>
            <p:nvPr/>
          </p:nvSpPr>
          <p:spPr>
            <a:xfrm flipH="1">
              <a:off x="6923249" y="3217593"/>
              <a:ext cx="601645" cy="601590"/>
            </a:xfrm>
            <a:custGeom>
              <a:avLst/>
              <a:gdLst/>
              <a:ahLst/>
              <a:cxnLst/>
              <a:rect l="l" t="t" r="r" b="b"/>
              <a:pathLst>
                <a:path w="21878" h="21876" fill="none" extrusionOk="0">
                  <a:moveTo>
                    <a:pt x="6407" y="21875"/>
                  </a:moveTo>
                  <a:lnTo>
                    <a:pt x="0" y="15468"/>
                  </a:lnTo>
                  <a:lnTo>
                    <a:pt x="0" y="6407"/>
                  </a:lnTo>
                  <a:lnTo>
                    <a:pt x="6407" y="1"/>
                  </a:lnTo>
                  <a:lnTo>
                    <a:pt x="15470" y="1"/>
                  </a:lnTo>
                  <a:lnTo>
                    <a:pt x="21878" y="6407"/>
                  </a:lnTo>
                  <a:lnTo>
                    <a:pt x="21878" y="15468"/>
                  </a:lnTo>
                  <a:lnTo>
                    <a:pt x="15470" y="2187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5" name="Google Shape;13305;p53"/>
            <p:cNvSpPr/>
            <p:nvPr/>
          </p:nvSpPr>
          <p:spPr>
            <a:xfrm flipH="1">
              <a:off x="6956549" y="3250980"/>
              <a:ext cx="535013" cy="534848"/>
            </a:xfrm>
            <a:custGeom>
              <a:avLst/>
              <a:gdLst/>
              <a:ahLst/>
              <a:cxnLst/>
              <a:rect l="l" t="t" r="r" b="b"/>
              <a:pathLst>
                <a:path w="19455" h="19449" fill="none" extrusionOk="0">
                  <a:moveTo>
                    <a:pt x="5698" y="19448"/>
                  </a:moveTo>
                  <a:lnTo>
                    <a:pt x="0" y="13752"/>
                  </a:lnTo>
                  <a:lnTo>
                    <a:pt x="0" y="5696"/>
                  </a:lnTo>
                  <a:lnTo>
                    <a:pt x="5698" y="1"/>
                  </a:lnTo>
                  <a:lnTo>
                    <a:pt x="13757" y="1"/>
                  </a:lnTo>
                  <a:lnTo>
                    <a:pt x="19455" y="5696"/>
                  </a:lnTo>
                  <a:lnTo>
                    <a:pt x="19455" y="13752"/>
                  </a:lnTo>
                  <a:lnTo>
                    <a:pt x="13757" y="1944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6" name="Google Shape;13306;p53"/>
            <p:cNvSpPr/>
            <p:nvPr/>
          </p:nvSpPr>
          <p:spPr>
            <a:xfrm flipH="1">
              <a:off x="6989904" y="3284312"/>
              <a:ext cx="468352" cy="468132"/>
            </a:xfrm>
            <a:custGeom>
              <a:avLst/>
              <a:gdLst/>
              <a:ahLst/>
              <a:cxnLst/>
              <a:rect l="l" t="t" r="r" b="b"/>
              <a:pathLst>
                <a:path w="17031" h="17023" fill="none" extrusionOk="0">
                  <a:moveTo>
                    <a:pt x="4988" y="17022"/>
                  </a:moveTo>
                  <a:lnTo>
                    <a:pt x="0" y="12037"/>
                  </a:lnTo>
                  <a:lnTo>
                    <a:pt x="0" y="4986"/>
                  </a:lnTo>
                  <a:lnTo>
                    <a:pt x="4988" y="1"/>
                  </a:lnTo>
                  <a:lnTo>
                    <a:pt x="12044" y="1"/>
                  </a:lnTo>
                  <a:lnTo>
                    <a:pt x="17031" y="4986"/>
                  </a:lnTo>
                  <a:lnTo>
                    <a:pt x="17031" y="12037"/>
                  </a:lnTo>
                  <a:lnTo>
                    <a:pt x="12044"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7" name="Google Shape;13307;p53"/>
            <p:cNvSpPr/>
            <p:nvPr/>
          </p:nvSpPr>
          <p:spPr>
            <a:xfrm flipH="1">
              <a:off x="7023205" y="3317700"/>
              <a:ext cx="401720" cy="401363"/>
            </a:xfrm>
            <a:custGeom>
              <a:avLst/>
              <a:gdLst/>
              <a:ahLst/>
              <a:cxnLst/>
              <a:rect l="l" t="t" r="r" b="b"/>
              <a:pathLst>
                <a:path w="14608" h="14595" fill="none" extrusionOk="0">
                  <a:moveTo>
                    <a:pt x="4278" y="14595"/>
                  </a:moveTo>
                  <a:lnTo>
                    <a:pt x="0" y="10321"/>
                  </a:lnTo>
                  <a:lnTo>
                    <a:pt x="0" y="4276"/>
                  </a:lnTo>
                  <a:lnTo>
                    <a:pt x="4278" y="1"/>
                  </a:lnTo>
                  <a:lnTo>
                    <a:pt x="10329" y="1"/>
                  </a:lnTo>
                  <a:lnTo>
                    <a:pt x="14608" y="4276"/>
                  </a:lnTo>
                  <a:lnTo>
                    <a:pt x="14608" y="10321"/>
                  </a:lnTo>
                  <a:lnTo>
                    <a:pt x="10329" y="14595"/>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8" name="Google Shape;13308;p53"/>
            <p:cNvSpPr/>
            <p:nvPr/>
          </p:nvSpPr>
          <p:spPr>
            <a:xfrm flipH="1">
              <a:off x="7056505" y="3351087"/>
              <a:ext cx="335088" cy="334620"/>
            </a:xfrm>
            <a:custGeom>
              <a:avLst/>
              <a:gdLst/>
              <a:ahLst/>
              <a:cxnLst/>
              <a:rect l="l" t="t" r="r" b="b"/>
              <a:pathLst>
                <a:path w="12185" h="12168" fill="none" extrusionOk="0">
                  <a:moveTo>
                    <a:pt x="3569" y="12168"/>
                  </a:moveTo>
                  <a:lnTo>
                    <a:pt x="0" y="8603"/>
                  </a:lnTo>
                  <a:lnTo>
                    <a:pt x="0" y="3564"/>
                  </a:lnTo>
                  <a:lnTo>
                    <a:pt x="3569" y="1"/>
                  </a:lnTo>
                  <a:lnTo>
                    <a:pt x="8616" y="1"/>
                  </a:lnTo>
                  <a:lnTo>
                    <a:pt x="12185" y="3564"/>
                  </a:lnTo>
                  <a:lnTo>
                    <a:pt x="12185" y="8603"/>
                  </a:lnTo>
                  <a:lnTo>
                    <a:pt x="8616" y="1216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9" name="Google Shape;13309;p53"/>
            <p:cNvSpPr/>
            <p:nvPr/>
          </p:nvSpPr>
          <p:spPr>
            <a:xfrm flipH="1">
              <a:off x="7089832" y="3384419"/>
              <a:ext cx="268455" cy="267905"/>
            </a:xfrm>
            <a:custGeom>
              <a:avLst/>
              <a:gdLst/>
              <a:ahLst/>
              <a:cxnLst/>
              <a:rect l="l" t="t" r="r" b="b"/>
              <a:pathLst>
                <a:path w="9762" h="9742" fill="none" extrusionOk="0">
                  <a:moveTo>
                    <a:pt x="2860" y="9742"/>
                  </a:moveTo>
                  <a:lnTo>
                    <a:pt x="0" y="6889"/>
                  </a:lnTo>
                  <a:lnTo>
                    <a:pt x="0" y="2854"/>
                  </a:lnTo>
                  <a:lnTo>
                    <a:pt x="2860" y="1"/>
                  </a:lnTo>
                  <a:lnTo>
                    <a:pt x="6903" y="1"/>
                  </a:lnTo>
                  <a:lnTo>
                    <a:pt x="9762" y="2854"/>
                  </a:lnTo>
                  <a:lnTo>
                    <a:pt x="9762" y="6889"/>
                  </a:lnTo>
                  <a:lnTo>
                    <a:pt x="6903" y="974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0" name="Google Shape;13310;p53"/>
            <p:cNvSpPr/>
            <p:nvPr/>
          </p:nvSpPr>
          <p:spPr>
            <a:xfrm flipH="1">
              <a:off x="7123160" y="3417834"/>
              <a:ext cx="201795" cy="201135"/>
            </a:xfrm>
            <a:custGeom>
              <a:avLst/>
              <a:gdLst/>
              <a:ahLst/>
              <a:cxnLst/>
              <a:rect l="l" t="t" r="r" b="b"/>
              <a:pathLst>
                <a:path w="7338" h="7314" fill="none" extrusionOk="0">
                  <a:moveTo>
                    <a:pt x="2149" y="7314"/>
                  </a:moveTo>
                  <a:lnTo>
                    <a:pt x="0" y="5172"/>
                  </a:lnTo>
                  <a:lnTo>
                    <a:pt x="0" y="2142"/>
                  </a:lnTo>
                  <a:lnTo>
                    <a:pt x="2149" y="0"/>
                  </a:lnTo>
                  <a:lnTo>
                    <a:pt x="5189" y="0"/>
                  </a:lnTo>
                  <a:lnTo>
                    <a:pt x="7338" y="2142"/>
                  </a:lnTo>
                  <a:lnTo>
                    <a:pt x="7338" y="5172"/>
                  </a:lnTo>
                  <a:lnTo>
                    <a:pt x="5189" y="7314"/>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1" name="Google Shape;13311;p53"/>
            <p:cNvSpPr/>
            <p:nvPr/>
          </p:nvSpPr>
          <p:spPr>
            <a:xfrm flipH="1">
              <a:off x="7156488" y="3451221"/>
              <a:ext cx="135135" cy="134393"/>
            </a:xfrm>
            <a:custGeom>
              <a:avLst/>
              <a:gdLst/>
              <a:ahLst/>
              <a:cxnLst/>
              <a:rect l="l" t="t" r="r" b="b"/>
              <a:pathLst>
                <a:path w="4914" h="4887" fill="none" extrusionOk="0">
                  <a:moveTo>
                    <a:pt x="1439" y="4887"/>
                  </a:moveTo>
                  <a:lnTo>
                    <a:pt x="0" y="3455"/>
                  </a:lnTo>
                  <a:lnTo>
                    <a:pt x="0" y="1430"/>
                  </a:lnTo>
                  <a:lnTo>
                    <a:pt x="1439" y="0"/>
                  </a:lnTo>
                  <a:lnTo>
                    <a:pt x="3475" y="0"/>
                  </a:lnTo>
                  <a:lnTo>
                    <a:pt x="4914" y="1430"/>
                  </a:lnTo>
                  <a:lnTo>
                    <a:pt x="4914" y="3455"/>
                  </a:lnTo>
                  <a:lnTo>
                    <a:pt x="3475" y="4887"/>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2" name="Google Shape;13312;p53"/>
            <p:cNvSpPr/>
            <p:nvPr/>
          </p:nvSpPr>
          <p:spPr>
            <a:xfrm flipH="1">
              <a:off x="7189788" y="3484581"/>
              <a:ext cx="68530" cy="67650"/>
            </a:xfrm>
            <a:custGeom>
              <a:avLst/>
              <a:gdLst/>
              <a:ahLst/>
              <a:cxnLst/>
              <a:rect l="l" t="t" r="r" b="b"/>
              <a:pathLst>
                <a:path w="2492" h="2460" fill="none" extrusionOk="0">
                  <a:moveTo>
                    <a:pt x="730" y="2460"/>
                  </a:moveTo>
                  <a:lnTo>
                    <a:pt x="0" y="1740"/>
                  </a:lnTo>
                  <a:lnTo>
                    <a:pt x="0" y="721"/>
                  </a:lnTo>
                  <a:lnTo>
                    <a:pt x="730" y="0"/>
                  </a:lnTo>
                  <a:lnTo>
                    <a:pt x="1763" y="0"/>
                  </a:lnTo>
                  <a:lnTo>
                    <a:pt x="2492" y="721"/>
                  </a:lnTo>
                  <a:lnTo>
                    <a:pt x="2492" y="1740"/>
                  </a:lnTo>
                  <a:lnTo>
                    <a:pt x="1763" y="2460"/>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3" name="Google Shape;13313;p53"/>
            <p:cNvSpPr/>
            <p:nvPr/>
          </p:nvSpPr>
          <p:spPr>
            <a:xfrm flipH="1">
              <a:off x="6889921" y="4130711"/>
              <a:ext cx="668305" cy="668333"/>
            </a:xfrm>
            <a:custGeom>
              <a:avLst/>
              <a:gdLst/>
              <a:ahLst/>
              <a:cxnLst/>
              <a:rect l="l" t="t" r="r" b="b"/>
              <a:pathLst>
                <a:path w="24302" h="24303" fill="none" extrusionOk="0">
                  <a:moveTo>
                    <a:pt x="7117" y="24302"/>
                  </a:moveTo>
                  <a:lnTo>
                    <a:pt x="0" y="17184"/>
                  </a:lnTo>
                  <a:lnTo>
                    <a:pt x="0" y="7118"/>
                  </a:lnTo>
                  <a:lnTo>
                    <a:pt x="7117" y="0"/>
                  </a:lnTo>
                  <a:lnTo>
                    <a:pt x="17184" y="0"/>
                  </a:lnTo>
                  <a:lnTo>
                    <a:pt x="24302" y="7118"/>
                  </a:lnTo>
                  <a:lnTo>
                    <a:pt x="24302" y="17184"/>
                  </a:lnTo>
                  <a:lnTo>
                    <a:pt x="17184" y="2430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4" name="Google Shape;13314;p53"/>
            <p:cNvSpPr/>
            <p:nvPr/>
          </p:nvSpPr>
          <p:spPr>
            <a:xfrm flipH="1">
              <a:off x="6923249" y="4164043"/>
              <a:ext cx="601673" cy="601618"/>
            </a:xfrm>
            <a:custGeom>
              <a:avLst/>
              <a:gdLst/>
              <a:ahLst/>
              <a:cxnLst/>
              <a:rect l="l" t="t" r="r" b="b"/>
              <a:pathLst>
                <a:path w="21879" h="21877" fill="none" extrusionOk="0">
                  <a:moveTo>
                    <a:pt x="6408" y="21876"/>
                  </a:moveTo>
                  <a:lnTo>
                    <a:pt x="0" y="15470"/>
                  </a:lnTo>
                  <a:lnTo>
                    <a:pt x="0" y="6409"/>
                  </a:lnTo>
                  <a:lnTo>
                    <a:pt x="6408" y="1"/>
                  </a:lnTo>
                  <a:lnTo>
                    <a:pt x="15471" y="1"/>
                  </a:lnTo>
                  <a:lnTo>
                    <a:pt x="21879" y="6409"/>
                  </a:lnTo>
                  <a:lnTo>
                    <a:pt x="21879" y="15470"/>
                  </a:lnTo>
                  <a:lnTo>
                    <a:pt x="15471" y="2187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5" name="Google Shape;13315;p53"/>
            <p:cNvSpPr/>
            <p:nvPr/>
          </p:nvSpPr>
          <p:spPr>
            <a:xfrm flipH="1">
              <a:off x="6956549" y="4197430"/>
              <a:ext cx="535013" cy="534875"/>
            </a:xfrm>
            <a:custGeom>
              <a:avLst/>
              <a:gdLst/>
              <a:ahLst/>
              <a:cxnLst/>
              <a:rect l="l" t="t" r="r" b="b"/>
              <a:pathLst>
                <a:path w="19455" h="19450" fill="none" extrusionOk="0">
                  <a:moveTo>
                    <a:pt x="5698" y="19449"/>
                  </a:moveTo>
                  <a:lnTo>
                    <a:pt x="0" y="13753"/>
                  </a:lnTo>
                  <a:lnTo>
                    <a:pt x="0" y="5697"/>
                  </a:lnTo>
                  <a:lnTo>
                    <a:pt x="5698" y="1"/>
                  </a:lnTo>
                  <a:lnTo>
                    <a:pt x="13757" y="1"/>
                  </a:lnTo>
                  <a:lnTo>
                    <a:pt x="19455" y="5697"/>
                  </a:lnTo>
                  <a:lnTo>
                    <a:pt x="19455" y="13753"/>
                  </a:lnTo>
                  <a:lnTo>
                    <a:pt x="13757" y="1944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6" name="Google Shape;13316;p53"/>
            <p:cNvSpPr/>
            <p:nvPr/>
          </p:nvSpPr>
          <p:spPr>
            <a:xfrm flipH="1">
              <a:off x="6989904" y="4230818"/>
              <a:ext cx="468352" cy="468133"/>
            </a:xfrm>
            <a:custGeom>
              <a:avLst/>
              <a:gdLst/>
              <a:ahLst/>
              <a:cxnLst/>
              <a:rect l="l" t="t" r="r" b="b"/>
              <a:pathLst>
                <a:path w="17031" h="17023" fill="none" extrusionOk="0">
                  <a:moveTo>
                    <a:pt x="4988" y="17022"/>
                  </a:moveTo>
                  <a:lnTo>
                    <a:pt x="0" y="12035"/>
                  </a:lnTo>
                  <a:lnTo>
                    <a:pt x="0" y="4985"/>
                  </a:lnTo>
                  <a:lnTo>
                    <a:pt x="4988" y="1"/>
                  </a:lnTo>
                  <a:lnTo>
                    <a:pt x="12043" y="1"/>
                  </a:lnTo>
                  <a:lnTo>
                    <a:pt x="17031" y="4985"/>
                  </a:lnTo>
                  <a:lnTo>
                    <a:pt x="17031" y="12035"/>
                  </a:lnTo>
                  <a:lnTo>
                    <a:pt x="12043" y="17022"/>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7" name="Google Shape;13317;p53"/>
            <p:cNvSpPr/>
            <p:nvPr/>
          </p:nvSpPr>
          <p:spPr>
            <a:xfrm flipH="1">
              <a:off x="7023205" y="4264150"/>
              <a:ext cx="401720" cy="401390"/>
            </a:xfrm>
            <a:custGeom>
              <a:avLst/>
              <a:gdLst/>
              <a:ahLst/>
              <a:cxnLst/>
              <a:rect l="l" t="t" r="r" b="b"/>
              <a:pathLst>
                <a:path w="14608" h="14596" fill="none" extrusionOk="0">
                  <a:moveTo>
                    <a:pt x="4278" y="14596"/>
                  </a:moveTo>
                  <a:lnTo>
                    <a:pt x="0" y="10321"/>
                  </a:lnTo>
                  <a:lnTo>
                    <a:pt x="0" y="4276"/>
                  </a:lnTo>
                  <a:lnTo>
                    <a:pt x="4278" y="1"/>
                  </a:lnTo>
                  <a:lnTo>
                    <a:pt x="10329" y="1"/>
                  </a:lnTo>
                  <a:lnTo>
                    <a:pt x="14608" y="4276"/>
                  </a:lnTo>
                  <a:lnTo>
                    <a:pt x="14608" y="10321"/>
                  </a:lnTo>
                  <a:lnTo>
                    <a:pt x="10329" y="14596"/>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8" name="Google Shape;13318;p53"/>
            <p:cNvSpPr/>
            <p:nvPr/>
          </p:nvSpPr>
          <p:spPr>
            <a:xfrm flipH="1">
              <a:off x="7056532" y="4297537"/>
              <a:ext cx="335060" cy="334647"/>
            </a:xfrm>
            <a:custGeom>
              <a:avLst/>
              <a:gdLst/>
              <a:ahLst/>
              <a:cxnLst/>
              <a:rect l="l" t="t" r="r" b="b"/>
              <a:pathLst>
                <a:path w="12184" h="12169" fill="none" extrusionOk="0">
                  <a:moveTo>
                    <a:pt x="3568" y="12169"/>
                  </a:moveTo>
                  <a:lnTo>
                    <a:pt x="0" y="8605"/>
                  </a:lnTo>
                  <a:lnTo>
                    <a:pt x="0" y="3565"/>
                  </a:lnTo>
                  <a:lnTo>
                    <a:pt x="3568" y="1"/>
                  </a:lnTo>
                  <a:lnTo>
                    <a:pt x="8616" y="1"/>
                  </a:lnTo>
                  <a:lnTo>
                    <a:pt x="12184" y="3565"/>
                  </a:lnTo>
                  <a:lnTo>
                    <a:pt x="12184" y="8605"/>
                  </a:lnTo>
                  <a:lnTo>
                    <a:pt x="8616" y="12169"/>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9" name="Google Shape;13319;p53"/>
            <p:cNvSpPr/>
            <p:nvPr/>
          </p:nvSpPr>
          <p:spPr>
            <a:xfrm flipH="1">
              <a:off x="7089832" y="4330952"/>
              <a:ext cx="268455" cy="267878"/>
            </a:xfrm>
            <a:custGeom>
              <a:avLst/>
              <a:gdLst/>
              <a:ahLst/>
              <a:cxnLst/>
              <a:rect l="l" t="t" r="r" b="b"/>
              <a:pathLst>
                <a:path w="9762" h="9741" fill="none" extrusionOk="0">
                  <a:moveTo>
                    <a:pt x="2860" y="9741"/>
                  </a:moveTo>
                  <a:lnTo>
                    <a:pt x="0" y="6888"/>
                  </a:lnTo>
                  <a:lnTo>
                    <a:pt x="0" y="2853"/>
                  </a:lnTo>
                  <a:lnTo>
                    <a:pt x="2860" y="0"/>
                  </a:lnTo>
                  <a:lnTo>
                    <a:pt x="6903" y="0"/>
                  </a:lnTo>
                  <a:lnTo>
                    <a:pt x="9762" y="2853"/>
                  </a:lnTo>
                  <a:lnTo>
                    <a:pt x="9762" y="6888"/>
                  </a:lnTo>
                  <a:lnTo>
                    <a:pt x="6903" y="974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0" name="Google Shape;13320;p53"/>
            <p:cNvSpPr/>
            <p:nvPr/>
          </p:nvSpPr>
          <p:spPr>
            <a:xfrm flipH="1">
              <a:off x="7123160" y="4364339"/>
              <a:ext cx="201795" cy="201107"/>
            </a:xfrm>
            <a:custGeom>
              <a:avLst/>
              <a:gdLst/>
              <a:ahLst/>
              <a:cxnLst/>
              <a:rect l="l" t="t" r="r" b="b"/>
              <a:pathLst>
                <a:path w="7338" h="7313" fill="none" extrusionOk="0">
                  <a:moveTo>
                    <a:pt x="2149" y="7313"/>
                  </a:moveTo>
                  <a:lnTo>
                    <a:pt x="0" y="5171"/>
                  </a:lnTo>
                  <a:lnTo>
                    <a:pt x="0" y="2142"/>
                  </a:lnTo>
                  <a:lnTo>
                    <a:pt x="2149" y="0"/>
                  </a:lnTo>
                  <a:lnTo>
                    <a:pt x="5189" y="0"/>
                  </a:lnTo>
                  <a:lnTo>
                    <a:pt x="7338" y="2142"/>
                  </a:lnTo>
                  <a:lnTo>
                    <a:pt x="7338" y="5171"/>
                  </a:lnTo>
                  <a:lnTo>
                    <a:pt x="5189" y="7313"/>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1" name="Google Shape;13321;p53"/>
            <p:cNvSpPr/>
            <p:nvPr/>
          </p:nvSpPr>
          <p:spPr>
            <a:xfrm flipH="1">
              <a:off x="7156488" y="4397672"/>
              <a:ext cx="135135" cy="134420"/>
            </a:xfrm>
            <a:custGeom>
              <a:avLst/>
              <a:gdLst/>
              <a:ahLst/>
              <a:cxnLst/>
              <a:rect l="l" t="t" r="r" b="b"/>
              <a:pathLst>
                <a:path w="4914" h="4888" fill="none" extrusionOk="0">
                  <a:moveTo>
                    <a:pt x="1439" y="4888"/>
                  </a:moveTo>
                  <a:lnTo>
                    <a:pt x="0" y="3455"/>
                  </a:lnTo>
                  <a:lnTo>
                    <a:pt x="0" y="1431"/>
                  </a:lnTo>
                  <a:lnTo>
                    <a:pt x="1439" y="0"/>
                  </a:lnTo>
                  <a:lnTo>
                    <a:pt x="3475" y="0"/>
                  </a:lnTo>
                  <a:lnTo>
                    <a:pt x="4914" y="1431"/>
                  </a:lnTo>
                  <a:lnTo>
                    <a:pt x="4914" y="3455"/>
                  </a:lnTo>
                  <a:lnTo>
                    <a:pt x="3475" y="4888"/>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2" name="Google Shape;13322;p53"/>
            <p:cNvSpPr/>
            <p:nvPr/>
          </p:nvSpPr>
          <p:spPr>
            <a:xfrm flipH="1">
              <a:off x="7189788" y="4431059"/>
              <a:ext cx="68530" cy="67678"/>
            </a:xfrm>
            <a:custGeom>
              <a:avLst/>
              <a:gdLst/>
              <a:ahLst/>
              <a:cxnLst/>
              <a:rect l="l" t="t" r="r" b="b"/>
              <a:pathLst>
                <a:path w="2492" h="2461" fill="none" extrusionOk="0">
                  <a:moveTo>
                    <a:pt x="730" y="2461"/>
                  </a:moveTo>
                  <a:lnTo>
                    <a:pt x="0" y="1739"/>
                  </a:lnTo>
                  <a:lnTo>
                    <a:pt x="0" y="720"/>
                  </a:lnTo>
                  <a:lnTo>
                    <a:pt x="730" y="0"/>
                  </a:lnTo>
                  <a:lnTo>
                    <a:pt x="1763" y="0"/>
                  </a:lnTo>
                  <a:lnTo>
                    <a:pt x="2492" y="720"/>
                  </a:lnTo>
                  <a:lnTo>
                    <a:pt x="2492" y="1739"/>
                  </a:lnTo>
                  <a:lnTo>
                    <a:pt x="1763" y="2461"/>
                  </a:lnTo>
                  <a:close/>
                </a:path>
              </a:pathLst>
            </a:custGeom>
            <a:noFill/>
            <a:ln w="9525" cap="flat" cmpd="sng">
              <a:solidFill>
                <a:schemeClr val="lt2"/>
              </a:solidFill>
              <a:prstDash val="solid"/>
              <a:miter lim="103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a:extLst>
              <a:ext uri="{FF2B5EF4-FFF2-40B4-BE49-F238E27FC236}">
                <a16:creationId xmlns:a16="http://schemas.microsoft.com/office/drawing/2014/main" id="{F94B8E2D-F5F1-0845-215B-4796DDAE1761}"/>
              </a:ext>
            </a:extLst>
          </p:cNvPr>
          <p:cNvPicPr>
            <a:picLocks noChangeAspect="1"/>
          </p:cNvPicPr>
          <p:nvPr/>
        </p:nvPicPr>
        <p:blipFill>
          <a:blip r:embed="rId2"/>
          <a:stretch>
            <a:fillRect/>
          </a:stretch>
        </p:blipFill>
        <p:spPr>
          <a:xfrm>
            <a:off x="211625" y="332508"/>
            <a:ext cx="4529871" cy="3859481"/>
          </a:xfrm>
          <a:prstGeom prst="rect">
            <a:avLst/>
          </a:prstGeom>
        </p:spPr>
      </p:pic>
      <p:pic>
        <p:nvPicPr>
          <p:cNvPr id="7" name="Picture 6" descr="A screenshot of a computer code">
            <a:extLst>
              <a:ext uri="{FF2B5EF4-FFF2-40B4-BE49-F238E27FC236}">
                <a16:creationId xmlns:a16="http://schemas.microsoft.com/office/drawing/2014/main" id="{56EC8FD7-E31F-BC6F-E567-EBC10B8BF655}"/>
              </a:ext>
            </a:extLst>
          </p:cNvPr>
          <p:cNvPicPr>
            <a:picLocks noChangeAspect="1"/>
          </p:cNvPicPr>
          <p:nvPr/>
        </p:nvPicPr>
        <p:blipFill>
          <a:blip r:embed="rId3"/>
          <a:stretch>
            <a:fillRect/>
          </a:stretch>
        </p:blipFill>
        <p:spPr>
          <a:xfrm>
            <a:off x="5066111" y="166254"/>
            <a:ext cx="3684016" cy="4810992"/>
          </a:xfrm>
          <a:prstGeom prst="rect">
            <a:avLst/>
          </a:prstGeom>
        </p:spPr>
      </p:pic>
    </p:spTree>
    <p:extLst>
      <p:ext uri="{BB962C8B-B14F-4D97-AF65-F5344CB8AC3E}">
        <p14:creationId xmlns:p14="http://schemas.microsoft.com/office/powerpoint/2010/main" val="69673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15"/>
        <p:cNvGrpSpPr/>
        <p:nvPr/>
      </p:nvGrpSpPr>
      <p:grpSpPr>
        <a:xfrm>
          <a:off x="0" y="0"/>
          <a:ext cx="0" cy="0"/>
          <a:chOff x="0" y="0"/>
          <a:chExt cx="0" cy="0"/>
        </a:xfrm>
      </p:grpSpPr>
      <p:sp>
        <p:nvSpPr>
          <p:cNvPr id="12520" name="Google Shape;12520;p48"/>
          <p:cNvSpPr txBox="1">
            <a:spLocks noGrp="1"/>
          </p:cNvSpPr>
          <p:nvPr>
            <p:ph type="subTitle" idx="4"/>
          </p:nvPr>
        </p:nvSpPr>
        <p:spPr>
          <a:xfrm>
            <a:off x="431681" y="641268"/>
            <a:ext cx="8280638" cy="387135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500" b="1" dirty="0"/>
              <a:t>The model is implemented in MATLAB using the ode45 solver for time integration. Inputs include pipe dimensions, fluid type, heater power, flow rate, inlet temperature, and heat loss coefficient (variable depending on insulation). The simulation runs for 500 seconds to capture transient and steady-state behavior. Efficiency is computed as the ratio of heat gained by fluid to heater power input.</a:t>
            </a:r>
          </a:p>
          <a:p>
            <a:pPr marL="0" lvl="0" indent="0" algn="l" rtl="0">
              <a:spcBef>
                <a:spcPts val="0"/>
              </a:spcBef>
              <a:spcAft>
                <a:spcPts val="0"/>
              </a:spcAft>
              <a:buNone/>
            </a:pPr>
            <a:endParaRPr lang="en-US" sz="1500" b="1" dirty="0"/>
          </a:p>
          <a:p>
            <a:pPr marL="0" lvl="0" indent="0" algn="l" rtl="0">
              <a:spcBef>
                <a:spcPts val="0"/>
              </a:spcBef>
              <a:spcAft>
                <a:spcPts val="0"/>
              </a:spcAft>
              <a:buNone/>
            </a:pPr>
            <a:r>
              <a:rPr lang="en-US" sz="1500" b="1" dirty="0"/>
              <a:t>A MATLAB App was developed to allow interactive control of system parameters, including toggling the heater and insulation on/off, adjusting flow rate, and viewing temperature and efficiency plots. The system updates simulation results dynamically based on user inputs</a:t>
            </a:r>
            <a:r>
              <a:rPr lang="en-US" sz="1500" dirty="0"/>
              <a:t>.</a:t>
            </a:r>
            <a:endParaRPr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B74C-59C5-23F7-EB72-A2099C1F2A49}"/>
              </a:ext>
            </a:extLst>
          </p:cNvPr>
          <p:cNvSpPr>
            <a:spLocks noGrp="1"/>
          </p:cNvSpPr>
          <p:nvPr>
            <p:ph type="title"/>
          </p:nvPr>
        </p:nvSpPr>
        <p:spPr>
          <a:xfrm rot="-1103">
            <a:off x="202570" y="224389"/>
            <a:ext cx="7741332" cy="4301352"/>
          </a:xfrm>
        </p:spPr>
        <p:txBody>
          <a:bodyPr/>
          <a:lstStyle/>
          <a:p>
            <a:r>
              <a:rPr lang="en-US" dirty="0"/>
              <a:t>This project successfully developed and simulated a mathematical model of a domestic hot water system, incorporating heat transfer, fluid flow, and environmental heat loss. The model and MATLAB App provide a useful tool for exploring system behavior and optimizing design parameters such as insulation and flow rate for energy efficiency.</a:t>
            </a:r>
          </a:p>
        </p:txBody>
      </p:sp>
    </p:spTree>
    <p:extLst>
      <p:ext uri="{BB962C8B-B14F-4D97-AF65-F5344CB8AC3E}">
        <p14:creationId xmlns:p14="http://schemas.microsoft.com/office/powerpoint/2010/main" val="731339917"/>
      </p:ext>
    </p:extLst>
  </p:cSld>
  <p:clrMapOvr>
    <a:masterClrMapping/>
  </p:clrMapOvr>
</p:sld>
</file>

<file path=ppt/theme/theme1.xml><?xml version="1.0" encoding="utf-8"?>
<a:theme xmlns:a="http://schemas.openxmlformats.org/drawingml/2006/main" name="Mechanical Engineering Major for College: Thermal Engines by Slidesgo">
  <a:themeElements>
    <a:clrScheme name="Simple Light">
      <a:dk1>
        <a:srgbClr val="FFFFFF"/>
      </a:dk1>
      <a:lt1>
        <a:srgbClr val="F4CD88"/>
      </a:lt1>
      <a:dk2>
        <a:srgbClr val="E89051"/>
      </a:dk2>
      <a:lt2>
        <a:srgbClr val="DF6143"/>
      </a:lt2>
      <a:accent1>
        <a:srgbClr val="75739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TotalTime>
  <Words>911</Words>
  <Application>Microsoft Office PowerPoint</Application>
  <PresentationFormat>On-screen Show (16:9)</PresentationFormat>
  <Paragraphs>51</Paragraphs>
  <Slides>12</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Adobe Devanagari</vt:lpstr>
      <vt:lpstr>Barlow</vt:lpstr>
      <vt:lpstr>Aptos</vt:lpstr>
      <vt:lpstr>Lexend</vt:lpstr>
      <vt:lpstr>Wingdings</vt:lpstr>
      <vt:lpstr>Poller One</vt:lpstr>
      <vt:lpstr>Gabriola</vt:lpstr>
      <vt:lpstr>Times New Roman</vt:lpstr>
      <vt:lpstr>Anaheim</vt:lpstr>
      <vt:lpstr>Arial</vt:lpstr>
      <vt:lpstr>Mechanical Engineering Major for College: Thermal Engines by Slidesgo</vt:lpstr>
      <vt:lpstr>          Thermofluid Heating Pipe System </vt:lpstr>
      <vt:lpstr>Contents</vt:lpstr>
      <vt:lpstr>Abstract</vt:lpstr>
      <vt:lpstr>Introduction</vt:lpstr>
      <vt:lpstr>System Description  </vt:lpstr>
      <vt:lpstr>The energy balance on the fluid in the pipe is modeled by considering heat input from the heater, convective heat losses to the environment, and heat carried away by the flowing fluid. The model assumes:  Fluid properties depend on the fluid type (e.g., water, oil, alcohol, mercury). Heat loss to the environment is modeled by the equation:                                                 q loss = h loss .  A .(T – T env ) q loss  : is the rate of heat loss to the environment (W) h loss : is the heat loss coefficient (W/m²·K) A : is the surface area of the pipe (m² ) T : is the fluid temperature inside the pipe (°C) T env : is the ambient temperature (°C)       </vt:lpstr>
      <vt:lpstr>PowerPoint Presentation</vt:lpstr>
      <vt:lpstr>PowerPoint Presentation</vt:lpstr>
      <vt:lpstr>PowerPoint Presentation</vt:lpstr>
      <vt:lpstr>PowerPoint Presentation</vt:lpstr>
      <vt:lpstr>PowerPoint Presentation</vt:lpstr>
      <vt:lpstr>This project successfully developed and simulated a mathematical model of a domestic hot water system, incorporating heat transfer, fluid flow, and environmental heat loss. The model and MATLAB App provide a useful tool for exploring system behavior and optimizing design parameters such as insulation and flow rate for energy efficiency.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Noor</dc:creator>
  <cp:lastModifiedBy>Dee ☆</cp:lastModifiedBy>
  <cp:revision>6</cp:revision>
  <dcterms:modified xsi:type="dcterms:W3CDTF">2025-06-01T08:42:43Z</dcterms:modified>
</cp:coreProperties>
</file>